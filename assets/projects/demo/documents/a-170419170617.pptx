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3004800" cy="9753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a:defRPr>
    </a:lvl1pPr>
    <a:lvl2pPr marL="0" marR="0" indent="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a:defRPr>
    </a:lvl2pPr>
    <a:lvl3pPr marL="0" marR="0" indent="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a:defRPr>
    </a:lvl3pPr>
    <a:lvl4pPr marL="0" marR="0" indent="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a:defRPr>
    </a:lvl4pPr>
    <a:lvl5pPr marL="0" marR="0" indent="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a:defRPr>
    </a:lvl5pPr>
    <a:lvl6pPr marL="0" marR="0" indent="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a:defRPr>
    </a:lvl6pPr>
    <a:lvl7pPr marL="0" marR="0" indent="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a:defRPr>
    </a:lvl7pPr>
    <a:lvl8pPr marL="0" marR="0" indent="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a:defRPr>
    </a:lvl8pPr>
    <a:lvl9pPr marL="0" marR="0" indent="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2E8"/>
          </a:solidFill>
        </a:fill>
      </a:tcStyle>
    </a:wholeTbl>
    <a:band2H>
      <a:tcTxStyle/>
      <a:tcStyle>
        <a:tcBdr/>
        <a:fill>
          <a:solidFill>
            <a:srgbClr val="E6EAF4"/>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2E7CB"/>
          </a:solidFill>
        </a:fill>
      </a:tcStyle>
    </a:wholeTbl>
    <a:band2H>
      <a:tcTxStyle/>
      <a:tcStyle>
        <a:tcBdr/>
        <a:fill>
          <a:solidFill>
            <a:srgbClr val="F8F4E7"/>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5CDDE"/>
          </a:solidFill>
        </a:fill>
      </a:tcStyle>
    </a:wholeTbl>
    <a:band2H>
      <a:tcTxStyle/>
      <a:tcStyle>
        <a:tcBdr/>
        <a:fill>
          <a:solidFill>
            <a:srgbClr val="EBE8EF"/>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4"/>
  </p:normalViewPr>
  <p:slideViewPr>
    <p:cSldViewPr snapToGrid="0">
      <p:cViewPr varScale="1">
        <p:scale>
          <a:sx n="85" d="100"/>
          <a:sy n="85" d="100"/>
        </p:scale>
        <p:origin x="191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6" name="Shape 106"/>
          <p:cNvSpPr>
            <a:spLocks noGrp="1" noRot="1" noChangeAspect="1"/>
          </p:cNvSpPr>
          <p:nvPr>
            <p:ph type="sldImg"/>
          </p:nvPr>
        </p:nvSpPr>
        <p:spPr>
          <a:xfrm>
            <a:off x="1143000" y="685800"/>
            <a:ext cx="4572000" cy="3429000"/>
          </a:xfrm>
          <a:prstGeom prst="rect">
            <a:avLst/>
          </a:prstGeom>
        </p:spPr>
        <p:txBody>
          <a:bodyPr/>
          <a:lstStyle/>
          <a:p>
            <a:endParaRPr/>
          </a:p>
        </p:txBody>
      </p:sp>
      <p:sp>
        <p:nvSpPr>
          <p:cNvPr id="107" name="Shape 107"/>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j-lt"/>
        <a:ea typeface="+mj-ea"/>
        <a:cs typeface="+mj-cs"/>
        <a:sym typeface="Helvetica Neue"/>
      </a:defRPr>
    </a:lvl1pPr>
    <a:lvl2pPr indent="228600" defTabSz="457200" latinLnBrk="0">
      <a:lnSpc>
        <a:spcPct val="117999"/>
      </a:lnSpc>
      <a:defRPr sz="2200">
        <a:latin typeface="+mj-lt"/>
        <a:ea typeface="+mj-ea"/>
        <a:cs typeface="+mj-cs"/>
        <a:sym typeface="Helvetica Neue"/>
      </a:defRPr>
    </a:lvl2pPr>
    <a:lvl3pPr indent="457200" defTabSz="457200" latinLnBrk="0">
      <a:lnSpc>
        <a:spcPct val="117999"/>
      </a:lnSpc>
      <a:defRPr sz="2200">
        <a:latin typeface="+mj-lt"/>
        <a:ea typeface="+mj-ea"/>
        <a:cs typeface="+mj-cs"/>
        <a:sym typeface="Helvetica Neue"/>
      </a:defRPr>
    </a:lvl3pPr>
    <a:lvl4pPr indent="685800" defTabSz="457200" latinLnBrk="0">
      <a:lnSpc>
        <a:spcPct val="117999"/>
      </a:lnSpc>
      <a:defRPr sz="2200">
        <a:latin typeface="+mj-lt"/>
        <a:ea typeface="+mj-ea"/>
        <a:cs typeface="+mj-cs"/>
        <a:sym typeface="Helvetica Neue"/>
      </a:defRPr>
    </a:lvl4pPr>
    <a:lvl5pPr indent="914400" defTabSz="457200" latinLnBrk="0">
      <a:lnSpc>
        <a:spcPct val="117999"/>
      </a:lnSpc>
      <a:defRPr sz="2200">
        <a:latin typeface="+mj-lt"/>
        <a:ea typeface="+mj-ea"/>
        <a:cs typeface="+mj-cs"/>
        <a:sym typeface="Helvetica Neue"/>
      </a:defRPr>
    </a:lvl5pPr>
    <a:lvl6pPr indent="1143000" defTabSz="457200" latinLnBrk="0">
      <a:lnSpc>
        <a:spcPct val="117999"/>
      </a:lnSpc>
      <a:defRPr sz="2200">
        <a:latin typeface="+mj-lt"/>
        <a:ea typeface="+mj-ea"/>
        <a:cs typeface="+mj-cs"/>
        <a:sym typeface="Helvetica Neue"/>
      </a:defRPr>
    </a:lvl6pPr>
    <a:lvl7pPr indent="1371600" defTabSz="457200" latinLnBrk="0">
      <a:lnSpc>
        <a:spcPct val="117999"/>
      </a:lnSpc>
      <a:defRPr sz="2200">
        <a:latin typeface="+mj-lt"/>
        <a:ea typeface="+mj-ea"/>
        <a:cs typeface="+mj-cs"/>
        <a:sym typeface="Helvetica Neue"/>
      </a:defRPr>
    </a:lvl7pPr>
    <a:lvl8pPr indent="1600200" defTabSz="457200" latinLnBrk="0">
      <a:lnSpc>
        <a:spcPct val="117999"/>
      </a:lnSpc>
      <a:defRPr sz="2200">
        <a:latin typeface="+mj-lt"/>
        <a:ea typeface="+mj-ea"/>
        <a:cs typeface="+mj-cs"/>
        <a:sym typeface="Helvetica Neue"/>
      </a:defRPr>
    </a:lvl8pPr>
    <a:lvl9pPr indent="1828800" defTabSz="457200" latinLnBrk="0">
      <a:lnSpc>
        <a:spcPct val="117999"/>
      </a:lnSpc>
      <a:defRPr sz="2200">
        <a:latin typeface="+mj-lt"/>
        <a:ea typeface="+mj-ea"/>
        <a:cs typeface="+mj-cs"/>
        <a:sym typeface="Helvetica Neue"/>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amp; Subtitle">
    <p:spTree>
      <p:nvGrpSpPr>
        <p:cNvPr id="1" name=""/>
        <p:cNvGrpSpPr/>
        <p:nvPr/>
      </p:nvGrpSpPr>
      <p:grpSpPr>
        <a:xfrm>
          <a:off x="0" y="0"/>
          <a:ext cx="0" cy="0"/>
          <a:chOff x="0" y="0"/>
          <a:chExt cx="0" cy="0"/>
        </a:xfrm>
      </p:grpSpPr>
      <p:sp>
        <p:nvSpPr>
          <p:cNvPr id="11" name="Title Text"/>
          <p:cNvSpPr>
            <a:spLocks noGrp="1"/>
          </p:cNvSpPr>
          <p:nvPr>
            <p:ph type="title"/>
          </p:nvPr>
        </p:nvSpPr>
        <p:spPr>
          <a:xfrm>
            <a:off x="1270000" y="1638300"/>
            <a:ext cx="10464800" cy="3302000"/>
          </a:xfrm>
          <a:prstGeom prst="rect">
            <a:avLst/>
          </a:prstGeom>
        </p:spPr>
        <p:txBody>
          <a:bodyPr anchor="b"/>
          <a:lstStyle/>
          <a:p>
            <a:r>
              <a:t>Title Text</a:t>
            </a:r>
          </a:p>
        </p:txBody>
      </p:sp>
      <p:sp>
        <p:nvSpPr>
          <p:cNvPr id="12" name="Body Level One…"/>
          <p:cNvSpPr>
            <a:spLocks noGrp="1"/>
          </p:cNvSpPr>
          <p:nvPr>
            <p:ph type="body" sz="quarter" idx="1"/>
          </p:nvPr>
        </p:nvSpPr>
        <p:spPr>
          <a:xfrm>
            <a:off x="1270000" y="5029200"/>
            <a:ext cx="10464800" cy="1130300"/>
          </a:xfrm>
          <a:prstGeom prst="rect">
            <a:avLst/>
          </a:prstGeom>
        </p:spPr>
        <p:txBody>
          <a:bodyPr anchor="t"/>
          <a:lstStyle>
            <a:lvl1pPr marL="0" indent="0" algn="ctr">
              <a:spcBef>
                <a:spcPts val="0"/>
              </a:spcBef>
              <a:buSzTx/>
              <a:buNone/>
              <a:defRPr sz="3200"/>
            </a:lvl1pPr>
            <a:lvl2pPr marL="0" indent="0" algn="ctr">
              <a:spcBef>
                <a:spcPts val="0"/>
              </a:spcBef>
              <a:buSzTx/>
              <a:buNone/>
              <a:defRPr sz="3200"/>
            </a:lvl2pPr>
            <a:lvl3pPr marL="0" indent="0" algn="ctr">
              <a:spcBef>
                <a:spcPts val="0"/>
              </a:spcBef>
              <a:buSzTx/>
              <a:buNone/>
              <a:defRPr sz="3200"/>
            </a:lvl3pPr>
            <a:lvl4pPr marL="0" indent="0" algn="ctr">
              <a:spcBef>
                <a:spcPts val="0"/>
              </a:spcBef>
              <a:buSzTx/>
              <a:buNone/>
              <a:defRPr sz="3200"/>
            </a:lvl4pPr>
            <a:lvl5pPr marL="0" indent="0" algn="ctr">
              <a:spcBef>
                <a:spcPts val="0"/>
              </a:spcBef>
              <a:buSzTx/>
              <a:buNone/>
              <a:defRPr sz="3200"/>
            </a:lvl5pPr>
          </a:lstStyle>
          <a:p>
            <a:r>
              <a:t>Body Level One</a:t>
            </a:r>
          </a:p>
          <a:p>
            <a:pPr lvl="1"/>
            <a:r>
              <a:t>Body Level Two</a:t>
            </a:r>
          </a:p>
          <a:p>
            <a:pPr lvl="2"/>
            <a:r>
              <a:t>Body Level Three</a:t>
            </a:r>
          </a:p>
          <a:p>
            <a:pPr lvl="3"/>
            <a:r>
              <a:t>Body Level Four</a:t>
            </a:r>
          </a:p>
          <a:p>
            <a:pPr lvl="4"/>
            <a:r>
              <a:t>Body Level Five</a:t>
            </a:r>
          </a:p>
        </p:txBody>
      </p:sp>
      <p:sp>
        <p:nvSpPr>
          <p:cNvPr id="13" name="Slide Number"/>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 Center">
    <p:spTree>
      <p:nvGrpSpPr>
        <p:cNvPr id="1" name=""/>
        <p:cNvGrpSpPr/>
        <p:nvPr/>
      </p:nvGrpSpPr>
      <p:grpSpPr>
        <a:xfrm>
          <a:off x="0" y="0"/>
          <a:ext cx="0" cy="0"/>
          <a:chOff x="0" y="0"/>
          <a:chExt cx="0" cy="0"/>
        </a:xfrm>
      </p:grpSpPr>
      <p:sp>
        <p:nvSpPr>
          <p:cNvPr id="20" name="Title Text"/>
          <p:cNvSpPr>
            <a:spLocks noGrp="1"/>
          </p:cNvSpPr>
          <p:nvPr>
            <p:ph type="title"/>
          </p:nvPr>
        </p:nvSpPr>
        <p:spPr>
          <a:xfrm>
            <a:off x="1270000" y="3225800"/>
            <a:ext cx="10464800" cy="3302000"/>
          </a:xfrm>
          <a:prstGeom prst="rect">
            <a:avLst/>
          </a:prstGeom>
        </p:spPr>
        <p:txBody>
          <a:bodyPr/>
          <a:lstStyle/>
          <a:p>
            <a:r>
              <a:t>Title Text</a:t>
            </a:r>
          </a:p>
        </p:txBody>
      </p:sp>
      <p:sp>
        <p:nvSpPr>
          <p:cNvPr id="21" name="Slide Number"/>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Photo - Vertical">
    <p:spTree>
      <p:nvGrpSpPr>
        <p:cNvPr id="1" name=""/>
        <p:cNvGrpSpPr/>
        <p:nvPr/>
      </p:nvGrpSpPr>
      <p:grpSpPr>
        <a:xfrm>
          <a:off x="0" y="0"/>
          <a:ext cx="0" cy="0"/>
          <a:chOff x="0" y="0"/>
          <a:chExt cx="0" cy="0"/>
        </a:xfrm>
      </p:grpSpPr>
      <p:sp>
        <p:nvSpPr>
          <p:cNvPr id="28" name="Image"/>
          <p:cNvSpPr>
            <a:spLocks noGrp="1"/>
          </p:cNvSpPr>
          <p:nvPr>
            <p:ph type="pic" sz="half" idx="13"/>
          </p:nvPr>
        </p:nvSpPr>
        <p:spPr>
          <a:xfrm>
            <a:off x="6718300" y="635000"/>
            <a:ext cx="5334000" cy="8229600"/>
          </a:xfrm>
          <a:prstGeom prst="rect">
            <a:avLst/>
          </a:prstGeom>
        </p:spPr>
        <p:txBody>
          <a:bodyPr lIns="91439" tIns="45719" rIns="91439" bIns="45719" anchor="t">
            <a:noAutofit/>
          </a:bodyPr>
          <a:lstStyle/>
          <a:p>
            <a:endParaRPr/>
          </a:p>
        </p:txBody>
      </p:sp>
      <p:sp>
        <p:nvSpPr>
          <p:cNvPr id="29" name="Title Text"/>
          <p:cNvSpPr>
            <a:spLocks noGrp="1"/>
          </p:cNvSpPr>
          <p:nvPr>
            <p:ph type="title"/>
          </p:nvPr>
        </p:nvSpPr>
        <p:spPr>
          <a:xfrm>
            <a:off x="952500" y="635000"/>
            <a:ext cx="5334000" cy="3987800"/>
          </a:xfrm>
          <a:prstGeom prst="rect">
            <a:avLst/>
          </a:prstGeom>
        </p:spPr>
        <p:txBody>
          <a:bodyPr anchor="b"/>
          <a:lstStyle>
            <a:lvl1pPr>
              <a:defRPr sz="6000"/>
            </a:lvl1pPr>
          </a:lstStyle>
          <a:p>
            <a:r>
              <a:t>Title Text</a:t>
            </a:r>
          </a:p>
        </p:txBody>
      </p:sp>
      <p:sp>
        <p:nvSpPr>
          <p:cNvPr id="30" name="Body Level One…"/>
          <p:cNvSpPr>
            <a:spLocks noGrp="1"/>
          </p:cNvSpPr>
          <p:nvPr>
            <p:ph type="body" sz="quarter" idx="1"/>
          </p:nvPr>
        </p:nvSpPr>
        <p:spPr>
          <a:xfrm>
            <a:off x="952500" y="4762500"/>
            <a:ext cx="5334000" cy="4102100"/>
          </a:xfrm>
          <a:prstGeom prst="rect">
            <a:avLst/>
          </a:prstGeom>
        </p:spPr>
        <p:txBody>
          <a:bodyPr anchor="t"/>
          <a:lstStyle>
            <a:lvl1pPr marL="0" indent="0" algn="ctr">
              <a:spcBef>
                <a:spcPts val="0"/>
              </a:spcBef>
              <a:buSzTx/>
              <a:buNone/>
              <a:defRPr sz="3200"/>
            </a:lvl1pPr>
            <a:lvl2pPr marL="0" indent="0" algn="ctr">
              <a:spcBef>
                <a:spcPts val="0"/>
              </a:spcBef>
              <a:buSzTx/>
              <a:buNone/>
              <a:defRPr sz="3200"/>
            </a:lvl2pPr>
            <a:lvl3pPr marL="0" indent="0" algn="ctr">
              <a:spcBef>
                <a:spcPts val="0"/>
              </a:spcBef>
              <a:buSzTx/>
              <a:buNone/>
              <a:defRPr sz="3200"/>
            </a:lvl3pPr>
            <a:lvl4pPr marL="0" indent="0" algn="ctr">
              <a:spcBef>
                <a:spcPts val="0"/>
              </a:spcBef>
              <a:buSzTx/>
              <a:buNone/>
              <a:defRPr sz="3200"/>
            </a:lvl4pPr>
            <a:lvl5pPr marL="0" indent="0" algn="ctr">
              <a:spcBef>
                <a:spcPts val="0"/>
              </a:spcBef>
              <a:buSzTx/>
              <a:buNone/>
              <a:defRPr sz="3200"/>
            </a:lvl5pPr>
          </a:lstStyle>
          <a:p>
            <a:r>
              <a:t>Body Level One</a:t>
            </a:r>
          </a:p>
          <a:p>
            <a:pPr lvl="1"/>
            <a:r>
              <a:t>Body Level Two</a:t>
            </a:r>
          </a:p>
          <a:p>
            <a:pPr lvl="2"/>
            <a:r>
              <a:t>Body Level Three</a:t>
            </a:r>
          </a:p>
          <a:p>
            <a:pPr lvl="3"/>
            <a:r>
              <a:t>Body Level Four</a:t>
            </a:r>
          </a:p>
          <a:p>
            <a:pPr lvl="4"/>
            <a:r>
              <a:t>Body Level Five</a:t>
            </a:r>
          </a:p>
        </p:txBody>
      </p:sp>
      <p:sp>
        <p:nvSpPr>
          <p:cNvPr id="31" name="Slide Number"/>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38" name="Title Text"/>
          <p:cNvSpPr>
            <a:spLocks noGrp="1"/>
          </p:cNvSpPr>
          <p:nvPr>
            <p:ph type="title"/>
          </p:nvPr>
        </p:nvSpPr>
        <p:spPr>
          <a:prstGeom prst="rect">
            <a:avLst/>
          </a:prstGeom>
        </p:spPr>
        <p:txBody>
          <a:bodyPr/>
          <a:lstStyle/>
          <a:p>
            <a:r>
              <a:t>Title Text</a:t>
            </a:r>
          </a:p>
        </p:txBody>
      </p:sp>
      <p:sp>
        <p:nvSpPr>
          <p:cNvPr id="39" name="Slide Number"/>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46" name="Title Text"/>
          <p:cNvSpPr>
            <a:spLocks noGrp="1"/>
          </p:cNvSpPr>
          <p:nvPr>
            <p:ph type="title"/>
          </p:nvPr>
        </p:nvSpPr>
        <p:spPr>
          <a:prstGeom prst="rect">
            <a:avLst/>
          </a:prstGeom>
        </p:spPr>
        <p:txBody>
          <a:bodyPr/>
          <a:lstStyle/>
          <a:p>
            <a:r>
              <a:t>Title Text</a:t>
            </a:r>
          </a:p>
        </p:txBody>
      </p:sp>
      <p:sp>
        <p:nvSpPr>
          <p:cNvPr id="47" name="Body Level One…"/>
          <p:cNvSpPr>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48" name="Slide Number"/>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55" name="Image"/>
          <p:cNvSpPr>
            <a:spLocks noGrp="1"/>
          </p:cNvSpPr>
          <p:nvPr>
            <p:ph type="pic" sz="half" idx="13"/>
          </p:nvPr>
        </p:nvSpPr>
        <p:spPr>
          <a:xfrm>
            <a:off x="6718300" y="2603500"/>
            <a:ext cx="5334000" cy="6286500"/>
          </a:xfrm>
          <a:prstGeom prst="rect">
            <a:avLst/>
          </a:prstGeom>
        </p:spPr>
        <p:txBody>
          <a:bodyPr lIns="91439" tIns="45719" rIns="91439" bIns="45719" anchor="t">
            <a:noAutofit/>
          </a:bodyPr>
          <a:lstStyle/>
          <a:p>
            <a:endParaRPr/>
          </a:p>
        </p:txBody>
      </p:sp>
      <p:sp>
        <p:nvSpPr>
          <p:cNvPr id="56" name="Title Text"/>
          <p:cNvSpPr>
            <a:spLocks noGrp="1"/>
          </p:cNvSpPr>
          <p:nvPr>
            <p:ph type="title"/>
          </p:nvPr>
        </p:nvSpPr>
        <p:spPr>
          <a:prstGeom prst="rect">
            <a:avLst/>
          </a:prstGeom>
        </p:spPr>
        <p:txBody>
          <a:bodyPr/>
          <a:lstStyle/>
          <a:p>
            <a:r>
              <a:t>Title Text</a:t>
            </a:r>
          </a:p>
        </p:txBody>
      </p:sp>
      <p:sp>
        <p:nvSpPr>
          <p:cNvPr id="57" name="Body Level One…"/>
          <p:cNvSpPr>
            <a:spLocks noGrp="1"/>
          </p:cNvSpPr>
          <p:nvPr>
            <p:ph type="body" sz="half" idx="1"/>
          </p:nvPr>
        </p:nvSpPr>
        <p:spPr>
          <a:xfrm>
            <a:off x="952500" y="2603500"/>
            <a:ext cx="5334000" cy="6286500"/>
          </a:xfrm>
          <a:prstGeom prst="rect">
            <a:avLst/>
          </a:prstGeom>
        </p:spPr>
        <p:txBody>
          <a:bodyPr/>
          <a:lstStyle>
            <a:lvl1pPr marL="342900" indent="-342900">
              <a:spcBef>
                <a:spcPts val="3200"/>
              </a:spcBef>
              <a:defRPr sz="2800"/>
            </a:lvl1pPr>
            <a:lvl2pPr marL="685800" indent="-342900">
              <a:spcBef>
                <a:spcPts val="3200"/>
              </a:spcBef>
              <a:defRPr sz="2800"/>
            </a:lvl2pPr>
            <a:lvl3pPr marL="1028700" indent="-342900">
              <a:spcBef>
                <a:spcPts val="3200"/>
              </a:spcBef>
              <a:defRPr sz="2800"/>
            </a:lvl3pPr>
            <a:lvl4pPr marL="1371600" indent="-342900">
              <a:spcBef>
                <a:spcPts val="3200"/>
              </a:spcBef>
              <a:defRPr sz="2800"/>
            </a:lvl4pPr>
            <a:lvl5pPr marL="1714500" indent="-342900">
              <a:spcBef>
                <a:spcPts val="3200"/>
              </a:spcBef>
              <a:defRPr sz="2800"/>
            </a:lvl5pPr>
          </a:lstStyle>
          <a:p>
            <a:r>
              <a:t>Body Level One</a:t>
            </a:r>
          </a:p>
          <a:p>
            <a:pPr lvl="1"/>
            <a:r>
              <a:t>Body Level Two</a:t>
            </a:r>
          </a:p>
          <a:p>
            <a:pPr lvl="2"/>
            <a:r>
              <a:t>Body Level Three</a:t>
            </a:r>
          </a:p>
          <a:p>
            <a:pPr lvl="3"/>
            <a:r>
              <a:t>Body Level Four</a:t>
            </a:r>
          </a:p>
          <a:p>
            <a:pPr lvl="4"/>
            <a:r>
              <a:t>Body Level Five</a:t>
            </a:r>
          </a:p>
        </p:txBody>
      </p:sp>
      <p:sp>
        <p:nvSpPr>
          <p:cNvPr id="58" name="Slide Number"/>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65" name="Body Level One…"/>
          <p:cNvSpPr>
            <a:spLocks noGrp="1"/>
          </p:cNvSpPr>
          <p:nvPr>
            <p:ph type="body" idx="1"/>
          </p:nvPr>
        </p:nvSpPr>
        <p:spPr>
          <a:xfrm>
            <a:off x="952500" y="1270000"/>
            <a:ext cx="11099800" cy="7213600"/>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66" name="Slide Number"/>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73" name="Image"/>
          <p:cNvSpPr>
            <a:spLocks noGrp="1"/>
          </p:cNvSpPr>
          <p:nvPr>
            <p:ph type="pic" sz="quarter" idx="13"/>
          </p:nvPr>
        </p:nvSpPr>
        <p:spPr>
          <a:xfrm>
            <a:off x="6718300" y="5092700"/>
            <a:ext cx="5334000" cy="3771900"/>
          </a:xfrm>
          <a:prstGeom prst="rect">
            <a:avLst/>
          </a:prstGeom>
        </p:spPr>
        <p:txBody>
          <a:bodyPr lIns="91439" tIns="45719" rIns="91439" bIns="45719" anchor="t">
            <a:noAutofit/>
          </a:bodyPr>
          <a:lstStyle/>
          <a:p>
            <a:endParaRPr/>
          </a:p>
        </p:txBody>
      </p:sp>
      <p:sp>
        <p:nvSpPr>
          <p:cNvPr id="74" name="Image"/>
          <p:cNvSpPr>
            <a:spLocks noGrp="1"/>
          </p:cNvSpPr>
          <p:nvPr>
            <p:ph type="pic" sz="quarter" idx="14"/>
          </p:nvPr>
        </p:nvSpPr>
        <p:spPr>
          <a:xfrm>
            <a:off x="6724518" y="889000"/>
            <a:ext cx="5334005" cy="3771900"/>
          </a:xfrm>
          <a:prstGeom prst="rect">
            <a:avLst/>
          </a:prstGeom>
        </p:spPr>
        <p:txBody>
          <a:bodyPr lIns="91439" tIns="45719" rIns="91439" bIns="45719" anchor="t">
            <a:noAutofit/>
          </a:bodyPr>
          <a:lstStyle/>
          <a:p>
            <a:endParaRPr/>
          </a:p>
        </p:txBody>
      </p:sp>
      <p:sp>
        <p:nvSpPr>
          <p:cNvPr id="75" name="Image"/>
          <p:cNvSpPr>
            <a:spLocks noGrp="1"/>
          </p:cNvSpPr>
          <p:nvPr>
            <p:ph type="pic" sz="half" idx="15"/>
          </p:nvPr>
        </p:nvSpPr>
        <p:spPr>
          <a:xfrm>
            <a:off x="952500" y="889000"/>
            <a:ext cx="5334000" cy="7975600"/>
          </a:xfrm>
          <a:prstGeom prst="rect">
            <a:avLst/>
          </a:prstGeom>
        </p:spPr>
        <p:txBody>
          <a:bodyPr lIns="91439" tIns="45719" rIns="91439" bIns="45719" anchor="t">
            <a:noAutofit/>
          </a:bodyPr>
          <a:lstStyle/>
          <a:p>
            <a:endParaRPr/>
          </a:p>
        </p:txBody>
      </p:sp>
      <p:sp>
        <p:nvSpPr>
          <p:cNvPr id="76" name="Slide Number"/>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Quote">
    <p:spTree>
      <p:nvGrpSpPr>
        <p:cNvPr id="1" name=""/>
        <p:cNvGrpSpPr/>
        <p:nvPr/>
      </p:nvGrpSpPr>
      <p:grpSpPr>
        <a:xfrm>
          <a:off x="0" y="0"/>
          <a:ext cx="0" cy="0"/>
          <a:chOff x="0" y="0"/>
          <a:chExt cx="0" cy="0"/>
        </a:xfrm>
      </p:grpSpPr>
      <p:sp>
        <p:nvSpPr>
          <p:cNvPr id="83" name="Body Level One…"/>
          <p:cNvSpPr>
            <a:spLocks noGrp="1"/>
          </p:cNvSpPr>
          <p:nvPr>
            <p:ph type="body" sz="quarter" idx="1"/>
          </p:nvPr>
        </p:nvSpPr>
        <p:spPr>
          <a:xfrm>
            <a:off x="1270000" y="6362700"/>
            <a:ext cx="10464800" cy="469900"/>
          </a:xfrm>
          <a:prstGeom prst="rect">
            <a:avLst/>
          </a:prstGeom>
        </p:spPr>
        <p:txBody>
          <a:bodyPr anchor="t"/>
          <a:lstStyle>
            <a:lvl1pPr marL="0" indent="0" algn="ctr">
              <a:spcBef>
                <a:spcPts val="0"/>
              </a:spcBef>
              <a:buSzTx/>
              <a:buNone/>
              <a:defRPr sz="2400">
                <a:latin typeface="+mn-lt"/>
                <a:ea typeface="+mn-ea"/>
                <a:cs typeface="+mn-cs"/>
                <a:sym typeface="Helvetica"/>
              </a:defRPr>
            </a:lvl1pPr>
            <a:lvl2pPr marL="740832" indent="-296332" algn="ctr">
              <a:spcBef>
                <a:spcPts val="0"/>
              </a:spcBef>
              <a:defRPr sz="2400">
                <a:latin typeface="+mn-lt"/>
                <a:ea typeface="+mn-ea"/>
                <a:cs typeface="+mn-cs"/>
                <a:sym typeface="Helvetica"/>
              </a:defRPr>
            </a:lvl2pPr>
            <a:lvl3pPr marL="1185332" indent="-296332" algn="ctr">
              <a:spcBef>
                <a:spcPts val="0"/>
              </a:spcBef>
              <a:defRPr sz="2400">
                <a:latin typeface="+mn-lt"/>
                <a:ea typeface="+mn-ea"/>
                <a:cs typeface="+mn-cs"/>
                <a:sym typeface="Helvetica"/>
              </a:defRPr>
            </a:lvl3pPr>
            <a:lvl4pPr marL="1629833" indent="-296332" algn="ctr">
              <a:spcBef>
                <a:spcPts val="0"/>
              </a:spcBef>
              <a:defRPr sz="2400">
                <a:latin typeface="+mn-lt"/>
                <a:ea typeface="+mn-ea"/>
                <a:cs typeface="+mn-cs"/>
                <a:sym typeface="Helvetica"/>
              </a:defRPr>
            </a:lvl4pPr>
            <a:lvl5pPr marL="2074333" indent="-296333" algn="ctr">
              <a:spcBef>
                <a:spcPts val="0"/>
              </a:spcBef>
              <a:defRPr sz="2400">
                <a:latin typeface="+mn-lt"/>
                <a:ea typeface="+mn-ea"/>
                <a:cs typeface="+mn-cs"/>
                <a:sym typeface="Helvetica"/>
              </a:defRPr>
            </a:lvl5pPr>
          </a:lstStyle>
          <a:p>
            <a:r>
              <a:t>Body Level One</a:t>
            </a:r>
          </a:p>
          <a:p>
            <a:pPr lvl="1"/>
            <a:r>
              <a:t>Body Level Two</a:t>
            </a:r>
          </a:p>
          <a:p>
            <a:pPr lvl="2"/>
            <a:r>
              <a:t>Body Level Three</a:t>
            </a:r>
          </a:p>
          <a:p>
            <a:pPr lvl="3"/>
            <a:r>
              <a:t>Body Level Four</a:t>
            </a:r>
          </a:p>
          <a:p>
            <a:pPr lvl="4"/>
            <a:r>
              <a:t>Body Level Five</a:t>
            </a:r>
          </a:p>
        </p:txBody>
      </p:sp>
      <p:sp>
        <p:nvSpPr>
          <p:cNvPr id="84" name="“Type a quote here.”"/>
          <p:cNvSpPr>
            <a:spLocks noGrp="1"/>
          </p:cNvSpPr>
          <p:nvPr>
            <p:ph type="body" sz="quarter" idx="13"/>
          </p:nvPr>
        </p:nvSpPr>
        <p:spPr>
          <a:xfrm>
            <a:off x="1270000" y="4267200"/>
            <a:ext cx="10464800" cy="685800"/>
          </a:xfrm>
          <a:prstGeom prst="rect">
            <a:avLst/>
          </a:prstGeom>
        </p:spPr>
        <p:txBody>
          <a:bodyPr/>
          <a:lstStyle/>
          <a:p>
            <a:endParaRPr/>
          </a:p>
        </p:txBody>
      </p:sp>
      <p:sp>
        <p:nvSpPr>
          <p:cNvPr id="85" name="Slide Number"/>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92" name="Image"/>
          <p:cNvSpPr>
            <a:spLocks noGrp="1"/>
          </p:cNvSpPr>
          <p:nvPr>
            <p:ph type="pic" idx="13"/>
          </p:nvPr>
        </p:nvSpPr>
        <p:spPr>
          <a:xfrm>
            <a:off x="0" y="0"/>
            <a:ext cx="13004800" cy="9753600"/>
          </a:xfrm>
          <a:prstGeom prst="rect">
            <a:avLst/>
          </a:prstGeom>
        </p:spPr>
        <p:txBody>
          <a:bodyPr lIns="91439" tIns="45719" rIns="91439" bIns="45719" anchor="t">
            <a:noAutofit/>
          </a:bodyPr>
          <a:lstStyle/>
          <a:p>
            <a:endParaRPr/>
          </a:p>
        </p:txBody>
      </p:sp>
      <p:sp>
        <p:nvSpPr>
          <p:cNvPr id="93" name="Slide Number"/>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00" name="Slide Number"/>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a:spLocks noGrp="1"/>
          </p:cNvSpPr>
          <p:nvPr>
            <p:ph type="title"/>
          </p:nvPr>
        </p:nvSpPr>
        <p:spPr>
          <a:xfrm>
            <a:off x="952500" y="444500"/>
            <a:ext cx="11099800" cy="2159000"/>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normAutofit/>
          </a:bodyPr>
          <a:lstStyle/>
          <a:p>
            <a:r>
              <a:t>Title Text</a:t>
            </a:r>
          </a:p>
        </p:txBody>
      </p:sp>
      <p:sp>
        <p:nvSpPr>
          <p:cNvPr id="3" name="Body Level One…"/>
          <p:cNvSpPr>
            <a:spLocks noGrp="1"/>
          </p:cNvSpPr>
          <p:nvPr>
            <p:ph type="body" idx="1"/>
          </p:nvPr>
        </p:nvSpPr>
        <p:spPr>
          <a:xfrm>
            <a:off x="952500" y="2603500"/>
            <a:ext cx="11099800" cy="6286500"/>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a:spLocks noGrp="1"/>
          </p:cNvSpPr>
          <p:nvPr>
            <p:ph type="sldNum" sz="quarter" idx="2"/>
          </p:nvPr>
        </p:nvSpPr>
        <p:spPr>
          <a:xfrm>
            <a:off x="6311798" y="9251950"/>
            <a:ext cx="368504" cy="381000"/>
          </a:xfrm>
          <a:prstGeom prst="rect">
            <a:avLst/>
          </a:prstGeom>
          <a:ln w="12700">
            <a:miter lim="400000"/>
          </a:ln>
        </p:spPr>
        <p:txBody>
          <a:bodyPr wrap="none" lIns="50800" tIns="50800" rIns="50800" bIns="50800">
            <a:spAutoFit/>
          </a:bodyPr>
          <a:lstStyle>
            <a:lvl1pPr>
              <a:defRPr sz="1800">
                <a:latin typeface="Helvetica Light"/>
                <a:ea typeface="Helvetica Light"/>
                <a:cs typeface="Helvetica Light"/>
                <a:sym typeface="Helvetica Light"/>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med"/>
  <p:txStyles>
    <p:titleStyle>
      <a:lvl1pPr marL="0" marR="0" indent="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Helvetica Light"/>
          <a:ea typeface="Helvetica Light"/>
          <a:cs typeface="Helvetica Light"/>
          <a:sym typeface="Helvetica Light"/>
        </a:defRPr>
      </a:lvl1pPr>
      <a:lvl2pPr marL="0" marR="0" indent="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Helvetica Light"/>
          <a:ea typeface="Helvetica Light"/>
          <a:cs typeface="Helvetica Light"/>
          <a:sym typeface="Helvetica Light"/>
        </a:defRPr>
      </a:lvl2pPr>
      <a:lvl3pPr marL="0" marR="0" indent="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Helvetica Light"/>
          <a:ea typeface="Helvetica Light"/>
          <a:cs typeface="Helvetica Light"/>
          <a:sym typeface="Helvetica Light"/>
        </a:defRPr>
      </a:lvl3pPr>
      <a:lvl4pPr marL="0" marR="0" indent="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Helvetica Light"/>
          <a:ea typeface="Helvetica Light"/>
          <a:cs typeface="Helvetica Light"/>
          <a:sym typeface="Helvetica Light"/>
        </a:defRPr>
      </a:lvl4pPr>
      <a:lvl5pPr marL="0" marR="0" indent="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Helvetica Light"/>
          <a:ea typeface="Helvetica Light"/>
          <a:cs typeface="Helvetica Light"/>
          <a:sym typeface="Helvetica Light"/>
        </a:defRPr>
      </a:lvl5pPr>
      <a:lvl6pPr marL="0" marR="0" indent="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Helvetica Light"/>
          <a:ea typeface="Helvetica Light"/>
          <a:cs typeface="Helvetica Light"/>
          <a:sym typeface="Helvetica Light"/>
        </a:defRPr>
      </a:lvl6pPr>
      <a:lvl7pPr marL="0" marR="0" indent="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Helvetica Light"/>
          <a:ea typeface="Helvetica Light"/>
          <a:cs typeface="Helvetica Light"/>
          <a:sym typeface="Helvetica Light"/>
        </a:defRPr>
      </a:lvl7pPr>
      <a:lvl8pPr marL="0" marR="0" indent="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Helvetica Light"/>
          <a:ea typeface="Helvetica Light"/>
          <a:cs typeface="Helvetica Light"/>
          <a:sym typeface="Helvetica Light"/>
        </a:defRPr>
      </a:lvl8pPr>
      <a:lvl9pPr marL="0" marR="0" indent="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Helvetica Light"/>
          <a:ea typeface="Helvetica Light"/>
          <a:cs typeface="Helvetica Light"/>
          <a:sym typeface="Helvetica Light"/>
        </a:defRPr>
      </a:lvl9pPr>
    </p:titleStyle>
    <p:bodyStyle>
      <a:lvl1pPr marL="444500" marR="0" indent="-444500" algn="l" defTabSz="584200" rtl="0" latinLnBrk="0">
        <a:lnSpc>
          <a:spcPct val="100000"/>
        </a:lnSpc>
        <a:spcBef>
          <a:spcPts val="4200"/>
        </a:spcBef>
        <a:spcAft>
          <a:spcPts val="0"/>
        </a:spcAft>
        <a:buClrTx/>
        <a:buSzPct val="75000"/>
        <a:buFontTx/>
        <a:buChar char="•"/>
        <a:tabLst/>
        <a:defRPr sz="3600" b="0" i="0" u="none" strike="noStrike" cap="none" spc="0" baseline="0">
          <a:ln>
            <a:noFill/>
          </a:ln>
          <a:solidFill>
            <a:srgbClr val="000000"/>
          </a:solidFill>
          <a:uFillTx/>
          <a:latin typeface="Helvetica Light"/>
          <a:ea typeface="Helvetica Light"/>
          <a:cs typeface="Helvetica Light"/>
          <a:sym typeface="Helvetica Light"/>
        </a:defRPr>
      </a:lvl1pPr>
      <a:lvl2pPr marL="889000" marR="0" indent="-444500" algn="l" defTabSz="584200" rtl="0" latinLnBrk="0">
        <a:lnSpc>
          <a:spcPct val="100000"/>
        </a:lnSpc>
        <a:spcBef>
          <a:spcPts val="4200"/>
        </a:spcBef>
        <a:spcAft>
          <a:spcPts val="0"/>
        </a:spcAft>
        <a:buClrTx/>
        <a:buSzPct val="75000"/>
        <a:buFontTx/>
        <a:buChar char="•"/>
        <a:tabLst/>
        <a:defRPr sz="3600" b="0" i="0" u="none" strike="noStrike" cap="none" spc="0" baseline="0">
          <a:ln>
            <a:noFill/>
          </a:ln>
          <a:solidFill>
            <a:srgbClr val="000000"/>
          </a:solidFill>
          <a:uFillTx/>
          <a:latin typeface="Helvetica Light"/>
          <a:ea typeface="Helvetica Light"/>
          <a:cs typeface="Helvetica Light"/>
          <a:sym typeface="Helvetica Light"/>
        </a:defRPr>
      </a:lvl2pPr>
      <a:lvl3pPr marL="1333500" marR="0" indent="-444500" algn="l" defTabSz="584200" rtl="0" latinLnBrk="0">
        <a:lnSpc>
          <a:spcPct val="100000"/>
        </a:lnSpc>
        <a:spcBef>
          <a:spcPts val="4200"/>
        </a:spcBef>
        <a:spcAft>
          <a:spcPts val="0"/>
        </a:spcAft>
        <a:buClrTx/>
        <a:buSzPct val="75000"/>
        <a:buFontTx/>
        <a:buChar char="•"/>
        <a:tabLst/>
        <a:defRPr sz="3600" b="0" i="0" u="none" strike="noStrike" cap="none" spc="0" baseline="0">
          <a:ln>
            <a:noFill/>
          </a:ln>
          <a:solidFill>
            <a:srgbClr val="000000"/>
          </a:solidFill>
          <a:uFillTx/>
          <a:latin typeface="Helvetica Light"/>
          <a:ea typeface="Helvetica Light"/>
          <a:cs typeface="Helvetica Light"/>
          <a:sym typeface="Helvetica Light"/>
        </a:defRPr>
      </a:lvl3pPr>
      <a:lvl4pPr marL="1778000" marR="0" indent="-444500" algn="l" defTabSz="584200" rtl="0" latinLnBrk="0">
        <a:lnSpc>
          <a:spcPct val="100000"/>
        </a:lnSpc>
        <a:spcBef>
          <a:spcPts val="4200"/>
        </a:spcBef>
        <a:spcAft>
          <a:spcPts val="0"/>
        </a:spcAft>
        <a:buClrTx/>
        <a:buSzPct val="75000"/>
        <a:buFontTx/>
        <a:buChar char="•"/>
        <a:tabLst/>
        <a:defRPr sz="3600" b="0" i="0" u="none" strike="noStrike" cap="none" spc="0" baseline="0">
          <a:ln>
            <a:noFill/>
          </a:ln>
          <a:solidFill>
            <a:srgbClr val="000000"/>
          </a:solidFill>
          <a:uFillTx/>
          <a:latin typeface="Helvetica Light"/>
          <a:ea typeface="Helvetica Light"/>
          <a:cs typeface="Helvetica Light"/>
          <a:sym typeface="Helvetica Light"/>
        </a:defRPr>
      </a:lvl4pPr>
      <a:lvl5pPr marL="2222500" marR="0" indent="-444500" algn="l" defTabSz="584200" rtl="0" latinLnBrk="0">
        <a:lnSpc>
          <a:spcPct val="100000"/>
        </a:lnSpc>
        <a:spcBef>
          <a:spcPts val="4200"/>
        </a:spcBef>
        <a:spcAft>
          <a:spcPts val="0"/>
        </a:spcAft>
        <a:buClrTx/>
        <a:buSzPct val="75000"/>
        <a:buFontTx/>
        <a:buChar char="•"/>
        <a:tabLst/>
        <a:defRPr sz="3600" b="0" i="0" u="none" strike="noStrike" cap="none" spc="0" baseline="0">
          <a:ln>
            <a:noFill/>
          </a:ln>
          <a:solidFill>
            <a:srgbClr val="000000"/>
          </a:solidFill>
          <a:uFillTx/>
          <a:latin typeface="Helvetica Light"/>
          <a:ea typeface="Helvetica Light"/>
          <a:cs typeface="Helvetica Light"/>
          <a:sym typeface="Helvetica Light"/>
        </a:defRPr>
      </a:lvl5pPr>
      <a:lvl6pPr marL="2667000" marR="0" indent="-444500" algn="l" defTabSz="584200" rtl="0" latinLnBrk="0">
        <a:lnSpc>
          <a:spcPct val="100000"/>
        </a:lnSpc>
        <a:spcBef>
          <a:spcPts val="4200"/>
        </a:spcBef>
        <a:spcAft>
          <a:spcPts val="0"/>
        </a:spcAft>
        <a:buClrTx/>
        <a:buSzPct val="75000"/>
        <a:buFontTx/>
        <a:buChar char="•"/>
        <a:tabLst/>
        <a:defRPr sz="3600" b="0" i="0" u="none" strike="noStrike" cap="none" spc="0" baseline="0">
          <a:ln>
            <a:noFill/>
          </a:ln>
          <a:solidFill>
            <a:srgbClr val="000000"/>
          </a:solidFill>
          <a:uFillTx/>
          <a:latin typeface="Helvetica Light"/>
          <a:ea typeface="Helvetica Light"/>
          <a:cs typeface="Helvetica Light"/>
          <a:sym typeface="Helvetica Light"/>
        </a:defRPr>
      </a:lvl6pPr>
      <a:lvl7pPr marL="3111500" marR="0" indent="-444500" algn="l" defTabSz="584200" rtl="0" latinLnBrk="0">
        <a:lnSpc>
          <a:spcPct val="100000"/>
        </a:lnSpc>
        <a:spcBef>
          <a:spcPts val="4200"/>
        </a:spcBef>
        <a:spcAft>
          <a:spcPts val="0"/>
        </a:spcAft>
        <a:buClrTx/>
        <a:buSzPct val="75000"/>
        <a:buFontTx/>
        <a:buChar char="•"/>
        <a:tabLst/>
        <a:defRPr sz="3600" b="0" i="0" u="none" strike="noStrike" cap="none" spc="0" baseline="0">
          <a:ln>
            <a:noFill/>
          </a:ln>
          <a:solidFill>
            <a:srgbClr val="000000"/>
          </a:solidFill>
          <a:uFillTx/>
          <a:latin typeface="Helvetica Light"/>
          <a:ea typeface="Helvetica Light"/>
          <a:cs typeface="Helvetica Light"/>
          <a:sym typeface="Helvetica Light"/>
        </a:defRPr>
      </a:lvl7pPr>
      <a:lvl8pPr marL="3556000" marR="0" indent="-444500" algn="l" defTabSz="584200" rtl="0" latinLnBrk="0">
        <a:lnSpc>
          <a:spcPct val="100000"/>
        </a:lnSpc>
        <a:spcBef>
          <a:spcPts val="4200"/>
        </a:spcBef>
        <a:spcAft>
          <a:spcPts val="0"/>
        </a:spcAft>
        <a:buClrTx/>
        <a:buSzPct val="75000"/>
        <a:buFontTx/>
        <a:buChar char="•"/>
        <a:tabLst/>
        <a:defRPr sz="3600" b="0" i="0" u="none" strike="noStrike" cap="none" spc="0" baseline="0">
          <a:ln>
            <a:noFill/>
          </a:ln>
          <a:solidFill>
            <a:srgbClr val="000000"/>
          </a:solidFill>
          <a:uFillTx/>
          <a:latin typeface="Helvetica Light"/>
          <a:ea typeface="Helvetica Light"/>
          <a:cs typeface="Helvetica Light"/>
          <a:sym typeface="Helvetica Light"/>
        </a:defRPr>
      </a:lvl8pPr>
      <a:lvl9pPr marL="4000500" marR="0" indent="-444500" algn="l" defTabSz="584200" rtl="0" latinLnBrk="0">
        <a:lnSpc>
          <a:spcPct val="100000"/>
        </a:lnSpc>
        <a:spcBef>
          <a:spcPts val="4200"/>
        </a:spcBef>
        <a:spcAft>
          <a:spcPts val="0"/>
        </a:spcAft>
        <a:buClrTx/>
        <a:buSzPct val="75000"/>
        <a:buFontTx/>
        <a:buChar char="•"/>
        <a:tabLst/>
        <a:defRPr sz="3600" b="0" i="0" u="none" strike="noStrike" cap="none" spc="0" baseline="0">
          <a:ln>
            <a:noFill/>
          </a:ln>
          <a:solidFill>
            <a:srgbClr val="000000"/>
          </a:solidFill>
          <a:uFillTx/>
          <a:latin typeface="Helvetica Light"/>
          <a:ea typeface="Helvetica Light"/>
          <a:cs typeface="Helvetica Light"/>
          <a:sym typeface="Helvetica Light"/>
        </a:defRPr>
      </a:lvl9pPr>
    </p:bodyStyle>
    <p:otherStyle>
      <a:lvl1pPr marL="0" marR="0" indent="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1pPr>
      <a:lvl2pPr marL="0" marR="0" indent="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2pPr>
      <a:lvl3pPr marL="0" marR="0" indent="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3pPr>
      <a:lvl4pPr marL="0" marR="0" indent="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4pPr>
      <a:lvl5pPr marL="0" marR="0" indent="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5pPr>
      <a:lvl6pPr marL="0" marR="0" indent="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6pPr>
      <a:lvl7pPr marL="0" marR="0" indent="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7pPr>
      <a:lvl8pPr marL="0" marR="0" indent="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8pPr>
      <a:lvl9pPr marL="0" marR="0" indent="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hyperlink" Target="http://www.useoftechnology.com/advantages-disadvantages-communication-technology-organization/" TargetMode="External"/><Relationship Id="rId2" Type="http://schemas.openxmlformats.org/officeDocument/2006/relationships/hyperlink" Target="http://www.useoftechnology.com/technology-today-tomorrow/" TargetMode="External"/><Relationship Id="rId1" Type="http://schemas.openxmlformats.org/officeDocument/2006/relationships/slideLayout" Target="../slideLayouts/slideLayout1.xml"/><Relationship Id="rId5" Type="http://schemas.openxmlformats.org/officeDocument/2006/relationships/hyperlink" Target="http://www.useoftechnology.com/technology-business-competitive-advantage/" TargetMode="External"/><Relationship Id="rId4" Type="http://schemas.openxmlformats.org/officeDocument/2006/relationships/hyperlink" Target="http://www.useoftechnology.com/important-technology-classroom/"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hyperlink" Target="http://articles.latimes.com/2013/mar/26/science/la-sci-social-isolation-health-20130326" TargetMode="Externa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hyperlink" Target="http://en.wikipedia.org/wiki/Neurosis" TargetMode="Externa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www.useoftechnology.com/what-is-technology/"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www.useoftechnology.com/technology-for-education-2/" TargetMode="Externa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TECHNOLOGY AND SOCIETY : IMPACTS OF TECHNOLOGY ON SOCIETY"/>
          <p:cNvSpPr>
            <a:spLocks noGrp="1"/>
          </p:cNvSpPr>
          <p:nvPr>
            <p:ph type="ctrTitle"/>
          </p:nvPr>
        </p:nvSpPr>
        <p:spPr>
          <a:xfrm>
            <a:off x="1270000" y="1104900"/>
            <a:ext cx="10464800" cy="4659263"/>
          </a:xfrm>
          <a:prstGeom prst="rect">
            <a:avLst/>
          </a:prstGeom>
          <a:ln w="25400">
            <a:solidFill>
              <a:srgbClr val="85888D"/>
            </a:solidFill>
          </a:ln>
        </p:spPr>
        <p:txBody>
          <a:bodyPr/>
          <a:lstStyle>
            <a:lvl1pPr defTabSz="508254">
              <a:defRPr sz="6200">
                <a:solidFill>
                  <a:srgbClr val="FF2600"/>
                </a:solidFill>
                <a:latin typeface="Arial Black"/>
                <a:ea typeface="Arial Black"/>
                <a:cs typeface="Arial Black"/>
                <a:sym typeface="Arial Black"/>
              </a:defRPr>
            </a:lvl1pPr>
          </a:lstStyle>
          <a:p>
            <a:r>
              <a:t>TECHNOLOGY AND SOCIETY : IMPACTS OF TECHNOLOGY ON SOCIETY</a:t>
            </a:r>
          </a:p>
        </p:txBody>
      </p:sp>
      <p:sp>
        <p:nvSpPr>
          <p:cNvPr id="110" name="Presented By…"/>
          <p:cNvSpPr>
            <a:spLocks noGrp="1"/>
          </p:cNvSpPr>
          <p:nvPr>
            <p:ph type="subTitle" sz="half" idx="1"/>
          </p:nvPr>
        </p:nvSpPr>
        <p:spPr>
          <a:xfrm>
            <a:off x="177800" y="6680199"/>
            <a:ext cx="10464800" cy="3690397"/>
          </a:xfrm>
          <a:prstGeom prst="rect">
            <a:avLst/>
          </a:prstGeom>
        </p:spPr>
        <p:txBody>
          <a:bodyPr/>
          <a:lstStyle/>
          <a:p>
            <a:pPr algn="l"/>
            <a:endParaRP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CONTENTS"/>
          <p:cNvSpPr>
            <a:spLocks noGrp="1"/>
          </p:cNvSpPr>
          <p:nvPr>
            <p:ph type="title"/>
          </p:nvPr>
        </p:nvSpPr>
        <p:spPr>
          <a:xfrm>
            <a:off x="-914400" y="393700"/>
            <a:ext cx="11099800" cy="2159000"/>
          </a:xfrm>
          <a:prstGeom prst="rect">
            <a:avLst/>
          </a:prstGeom>
        </p:spPr>
        <p:txBody>
          <a:bodyPr/>
          <a:lstStyle>
            <a:lvl1pPr>
              <a:defRPr b="1">
                <a:solidFill>
                  <a:srgbClr val="FF2600"/>
                </a:solidFill>
                <a:latin typeface="Arial Narrow"/>
                <a:ea typeface="Arial Narrow"/>
                <a:cs typeface="Arial Narrow"/>
                <a:sym typeface="Arial Narrow"/>
              </a:defRPr>
            </a:lvl1pPr>
          </a:lstStyle>
          <a:p>
            <a:r>
              <a:t>CONTENTS</a:t>
            </a:r>
          </a:p>
        </p:txBody>
      </p:sp>
      <p:sp>
        <p:nvSpPr>
          <p:cNvPr id="113" name="Introduction…"/>
          <p:cNvSpPr>
            <a:spLocks noGrp="1"/>
          </p:cNvSpPr>
          <p:nvPr>
            <p:ph type="body" idx="1"/>
          </p:nvPr>
        </p:nvSpPr>
        <p:spPr>
          <a:xfrm>
            <a:off x="2247900" y="2159000"/>
            <a:ext cx="11099800" cy="6286500"/>
          </a:xfrm>
          <a:prstGeom prst="rect">
            <a:avLst/>
          </a:prstGeom>
        </p:spPr>
        <p:txBody>
          <a:bodyPr/>
          <a:lstStyle/>
          <a:p>
            <a:pPr marL="0" indent="0" defTabSz="344676">
              <a:lnSpc>
                <a:spcPct val="90000"/>
              </a:lnSpc>
              <a:spcBef>
                <a:spcPts val="2400"/>
              </a:spcBef>
              <a:buSzTx/>
              <a:buNone/>
              <a:defRPr sz="2800" b="1">
                <a:latin typeface="Arial Narrow"/>
                <a:ea typeface="Arial Narrow"/>
                <a:cs typeface="Arial Narrow"/>
                <a:sym typeface="Arial Narrow"/>
              </a:defRPr>
            </a:pPr>
            <a:r>
              <a:t> </a:t>
            </a:r>
          </a:p>
          <a:p>
            <a:pPr marL="262254" indent="-262254" defTabSz="344676">
              <a:lnSpc>
                <a:spcPct val="90000"/>
              </a:lnSpc>
              <a:spcBef>
                <a:spcPts val="2400"/>
              </a:spcBef>
              <a:defRPr sz="2800" b="1">
                <a:latin typeface="Arial Narrow"/>
                <a:ea typeface="Arial Narrow"/>
                <a:cs typeface="Arial Narrow"/>
                <a:sym typeface="Arial Narrow"/>
              </a:defRPr>
            </a:pPr>
            <a:r>
              <a:t>What is Technology?</a:t>
            </a:r>
          </a:p>
          <a:p>
            <a:pPr marL="262254" indent="-262254" defTabSz="344676">
              <a:lnSpc>
                <a:spcPct val="90000"/>
              </a:lnSpc>
              <a:spcBef>
                <a:spcPts val="2400"/>
              </a:spcBef>
              <a:defRPr sz="2800" b="1">
                <a:latin typeface="Arial Narrow"/>
                <a:ea typeface="Arial Narrow"/>
                <a:cs typeface="Arial Narrow"/>
                <a:sym typeface="Arial Narrow"/>
              </a:defRPr>
            </a:pPr>
            <a:r>
              <a:t>Technological Revolution</a:t>
            </a:r>
          </a:p>
          <a:p>
            <a:pPr marL="262254" indent="-262254" defTabSz="344676">
              <a:lnSpc>
                <a:spcPct val="90000"/>
              </a:lnSpc>
              <a:spcBef>
                <a:spcPts val="2400"/>
              </a:spcBef>
              <a:defRPr sz="2800" b="1">
                <a:latin typeface="Arial Narrow"/>
                <a:ea typeface="Arial Narrow"/>
                <a:cs typeface="Arial Narrow"/>
                <a:sym typeface="Arial Narrow"/>
              </a:defRPr>
            </a:pPr>
            <a:r>
              <a:t>Technology and Modification</a:t>
            </a:r>
          </a:p>
          <a:p>
            <a:pPr marL="262254" indent="-262254" defTabSz="344676">
              <a:lnSpc>
                <a:spcPct val="90000"/>
              </a:lnSpc>
              <a:spcBef>
                <a:spcPts val="2400"/>
              </a:spcBef>
              <a:defRPr sz="2800" b="1">
                <a:latin typeface="Arial Narrow"/>
                <a:ea typeface="Arial Narrow"/>
                <a:cs typeface="Arial Narrow"/>
                <a:sym typeface="Arial Narrow"/>
              </a:defRPr>
            </a:pPr>
            <a:r>
              <a:t>Impacts on Society</a:t>
            </a:r>
          </a:p>
          <a:p>
            <a:pPr marL="262254" indent="-262254" defTabSz="344676">
              <a:lnSpc>
                <a:spcPct val="90000"/>
              </a:lnSpc>
              <a:spcBef>
                <a:spcPts val="2400"/>
              </a:spcBef>
              <a:defRPr sz="2800" b="1">
                <a:latin typeface="Arial Narrow"/>
                <a:ea typeface="Arial Narrow"/>
                <a:cs typeface="Arial Narrow"/>
                <a:sym typeface="Arial Narrow"/>
              </a:defRPr>
            </a:pPr>
            <a:r>
              <a:t>Positive Impacts</a:t>
            </a:r>
          </a:p>
          <a:p>
            <a:pPr marL="262254" indent="-262254" defTabSz="344676">
              <a:lnSpc>
                <a:spcPct val="90000"/>
              </a:lnSpc>
              <a:spcBef>
                <a:spcPts val="2400"/>
              </a:spcBef>
              <a:defRPr sz="2800" b="1">
                <a:latin typeface="Arial Narrow"/>
                <a:ea typeface="Arial Narrow"/>
                <a:cs typeface="Arial Narrow"/>
                <a:sym typeface="Arial Narrow"/>
              </a:defRPr>
            </a:pPr>
            <a:r>
              <a:t>Negative Impacts</a:t>
            </a:r>
          </a:p>
          <a:p>
            <a:pPr marL="262254" indent="-262254" defTabSz="344676">
              <a:lnSpc>
                <a:spcPct val="90000"/>
              </a:lnSpc>
              <a:spcBef>
                <a:spcPts val="2400"/>
              </a:spcBef>
              <a:defRPr sz="2800" b="1">
                <a:latin typeface="Arial Narrow"/>
                <a:ea typeface="Arial Narrow"/>
                <a:cs typeface="Arial Narrow"/>
                <a:sym typeface="Arial Narrow"/>
              </a:defRPr>
            </a:pPr>
            <a:r>
              <a:t>Effects on Mankind</a:t>
            </a:r>
          </a:p>
          <a:p>
            <a:pPr marL="262254" indent="-262254" defTabSz="344676">
              <a:lnSpc>
                <a:spcPct val="90000"/>
              </a:lnSpc>
              <a:spcBef>
                <a:spcPts val="2400"/>
              </a:spcBef>
              <a:defRPr sz="2800" b="1">
                <a:latin typeface="Arial Narrow"/>
                <a:ea typeface="Arial Narrow"/>
                <a:cs typeface="Arial Narrow"/>
                <a:sym typeface="Arial Narrow"/>
              </a:defRPr>
            </a:pPr>
            <a:r>
              <a:t>Conclusion</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WHAT IS TECHNOLOGY?"/>
          <p:cNvSpPr>
            <a:spLocks noGrp="1"/>
          </p:cNvSpPr>
          <p:nvPr>
            <p:ph type="ctrTitle"/>
          </p:nvPr>
        </p:nvSpPr>
        <p:spPr>
          <a:xfrm>
            <a:off x="1270000" y="279396"/>
            <a:ext cx="10464800" cy="1333656"/>
          </a:xfrm>
          <a:prstGeom prst="rect">
            <a:avLst/>
          </a:prstGeom>
        </p:spPr>
        <p:txBody>
          <a:bodyPr/>
          <a:lstStyle>
            <a:lvl1pPr>
              <a:defRPr b="1">
                <a:latin typeface="Arial Narrow"/>
                <a:ea typeface="Arial Narrow"/>
                <a:cs typeface="Arial Narrow"/>
                <a:sym typeface="Arial Narrow"/>
              </a:defRPr>
            </a:lvl1pPr>
          </a:lstStyle>
          <a:p>
            <a:r>
              <a:t>WHAT IS TECHNOLOGY?</a:t>
            </a:r>
          </a:p>
        </p:txBody>
      </p:sp>
      <p:sp>
        <p:nvSpPr>
          <p:cNvPr id="116" name="The application of scientific knowledge for practical purposes, especially in industry.…"/>
          <p:cNvSpPr>
            <a:spLocks noGrp="1"/>
          </p:cNvSpPr>
          <p:nvPr>
            <p:ph type="subTitle" idx="1"/>
          </p:nvPr>
        </p:nvSpPr>
        <p:spPr>
          <a:xfrm>
            <a:off x="1269999" y="2094855"/>
            <a:ext cx="10464801" cy="7011691"/>
          </a:xfrm>
          <a:prstGeom prst="rect">
            <a:avLst/>
          </a:prstGeom>
        </p:spPr>
        <p:txBody>
          <a:bodyPr/>
          <a:lstStyle/>
          <a:p>
            <a:pPr marL="383257" indent="-383257" algn="l" defTabSz="566673">
              <a:lnSpc>
                <a:spcPct val="90000"/>
              </a:lnSpc>
              <a:buSzPct val="75000"/>
              <a:buChar char="•"/>
              <a:defRPr sz="4600">
                <a:latin typeface="Arial"/>
                <a:ea typeface="Arial"/>
                <a:cs typeface="Arial"/>
                <a:sym typeface="Arial"/>
              </a:defRPr>
            </a:pPr>
            <a:r>
              <a:t>The application of scientific knowledge for practical purposes, especially in industry.</a:t>
            </a:r>
          </a:p>
          <a:p>
            <a:pPr marL="383257" indent="-383257" algn="l" defTabSz="566673">
              <a:lnSpc>
                <a:spcPct val="90000"/>
              </a:lnSpc>
              <a:buSzPct val="75000"/>
              <a:buChar char="•"/>
              <a:defRPr sz="4600">
                <a:latin typeface="Arial"/>
                <a:ea typeface="Arial"/>
                <a:cs typeface="Arial"/>
                <a:sym typeface="Arial"/>
              </a:defRPr>
            </a:pPr>
            <a:endParaRPr/>
          </a:p>
          <a:p>
            <a:pPr marL="383257" indent="-383257" algn="l" defTabSz="566673">
              <a:lnSpc>
                <a:spcPct val="90000"/>
              </a:lnSpc>
              <a:buSzPct val="75000"/>
              <a:buChar char="•"/>
              <a:defRPr sz="4600">
                <a:latin typeface="Arial"/>
                <a:ea typeface="Arial"/>
                <a:cs typeface="Arial"/>
                <a:sym typeface="Arial"/>
              </a:defRPr>
            </a:pPr>
            <a:r>
              <a:t> It can also be stated as the branch of knowledge dealing with engineering or applied sciences.</a:t>
            </a:r>
          </a:p>
          <a:p>
            <a:pPr marL="383257" indent="-383257" algn="l" defTabSz="566673">
              <a:lnSpc>
                <a:spcPct val="90000"/>
              </a:lnSpc>
              <a:buSzPct val="75000"/>
              <a:buChar char="•"/>
              <a:defRPr sz="4600">
                <a:latin typeface="Arial"/>
                <a:ea typeface="Arial"/>
                <a:cs typeface="Arial"/>
                <a:sym typeface="Arial"/>
              </a:defRPr>
            </a:pPr>
            <a:endParaRPr/>
          </a:p>
          <a:p>
            <a:pPr marL="383257" indent="-383257" algn="l" defTabSz="566673">
              <a:lnSpc>
                <a:spcPct val="90000"/>
              </a:lnSpc>
              <a:buSzPct val="75000"/>
              <a:buChar char="•"/>
              <a:defRPr sz="4600">
                <a:latin typeface="Arial"/>
                <a:ea typeface="Arial"/>
                <a:cs typeface="Arial"/>
                <a:sym typeface="Arial"/>
              </a:defRPr>
            </a:pPr>
            <a:r>
              <a:t>Machinery and devices developed from scientific knowledge.</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 name="Technological Revolution"/>
          <p:cNvSpPr>
            <a:spLocks noGrp="1"/>
          </p:cNvSpPr>
          <p:nvPr>
            <p:ph type="ctrTitle"/>
          </p:nvPr>
        </p:nvSpPr>
        <p:spPr>
          <a:xfrm>
            <a:off x="1269999" y="-845346"/>
            <a:ext cx="10464801" cy="3302008"/>
          </a:xfrm>
          <a:prstGeom prst="rect">
            <a:avLst/>
          </a:prstGeom>
        </p:spPr>
        <p:txBody>
          <a:bodyPr/>
          <a:lstStyle>
            <a:lvl1pPr>
              <a:defRPr>
                <a:solidFill>
                  <a:srgbClr val="FF2600"/>
                </a:solidFill>
              </a:defRPr>
            </a:lvl1pPr>
          </a:lstStyle>
          <a:p>
            <a:r>
              <a:t>Technological Revolution</a:t>
            </a:r>
          </a:p>
        </p:txBody>
      </p:sp>
      <p:sp>
        <p:nvSpPr>
          <p:cNvPr id="119" name="The Technology Revolution  Restructured the Global Economy.…"/>
          <p:cNvSpPr>
            <a:spLocks noGrp="1"/>
          </p:cNvSpPr>
          <p:nvPr>
            <p:ph type="subTitle" idx="1"/>
          </p:nvPr>
        </p:nvSpPr>
        <p:spPr>
          <a:xfrm>
            <a:off x="1270000" y="2820129"/>
            <a:ext cx="10464801" cy="6114993"/>
          </a:xfrm>
          <a:prstGeom prst="rect">
            <a:avLst/>
          </a:prstGeom>
        </p:spPr>
        <p:txBody>
          <a:bodyPr/>
          <a:lstStyle/>
          <a:p>
            <a:pPr marL="302427" indent="-302427" algn="l" defTabSz="429768">
              <a:lnSpc>
                <a:spcPct val="90000"/>
              </a:lnSpc>
              <a:buSzPct val="75000"/>
              <a:buChar char="•"/>
              <a:defRPr sz="4500">
                <a:latin typeface="Arial Narrow"/>
                <a:ea typeface="Arial Narrow"/>
                <a:cs typeface="Arial Narrow"/>
                <a:sym typeface="Arial Narrow"/>
              </a:defRPr>
            </a:pPr>
            <a:endParaRPr/>
          </a:p>
          <a:p>
            <a:pPr marL="302427" indent="-302427" algn="l" defTabSz="429768">
              <a:lnSpc>
                <a:spcPct val="90000"/>
              </a:lnSpc>
              <a:buSzPct val="75000"/>
              <a:buChar char="•"/>
              <a:defRPr sz="4500">
                <a:latin typeface="Arial Narrow"/>
                <a:ea typeface="Arial Narrow"/>
                <a:cs typeface="Arial Narrow"/>
                <a:sym typeface="Arial Narrow"/>
              </a:defRPr>
            </a:pPr>
            <a:r>
              <a:t>The Technology Revolution  Restructured the Global Economy.</a:t>
            </a:r>
          </a:p>
          <a:p>
            <a:pPr marL="201614" indent="-201614" algn="l" defTabSz="429768">
              <a:lnSpc>
                <a:spcPct val="90000"/>
              </a:lnSpc>
              <a:buSzPct val="75000"/>
              <a:buChar char="•"/>
              <a:defRPr sz="4500">
                <a:latin typeface="Arial Narrow"/>
                <a:ea typeface="Arial Narrow"/>
                <a:cs typeface="Arial Narrow"/>
                <a:sym typeface="Arial Narrow"/>
              </a:defRPr>
            </a:pPr>
            <a:endParaRPr/>
          </a:p>
          <a:p>
            <a:pPr marL="201614" indent="-201614" algn="l" defTabSz="429768">
              <a:lnSpc>
                <a:spcPct val="90000"/>
              </a:lnSpc>
              <a:buSzPct val="75000"/>
              <a:buChar char="•"/>
              <a:defRPr sz="4500">
                <a:latin typeface="Arial Narrow"/>
                <a:ea typeface="Arial Narrow"/>
                <a:cs typeface="Arial Narrow"/>
                <a:sym typeface="Arial Narrow"/>
              </a:defRPr>
            </a:pPr>
            <a:r>
              <a:t>THE WORLD IS IN THE THROES OF A TECHNOLOGICAL REVOLUTION that differs from the periodic waves of technical change that have marked the progress of industrial society since its origins 200 years ago.</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With the time, Technology started to emerge.…"/>
          <p:cNvSpPr>
            <a:spLocks noGrp="1"/>
          </p:cNvSpPr>
          <p:nvPr>
            <p:ph type="subTitle" idx="1"/>
          </p:nvPr>
        </p:nvSpPr>
        <p:spPr>
          <a:xfrm>
            <a:off x="533643" y="427168"/>
            <a:ext cx="10464801" cy="7911418"/>
          </a:xfrm>
          <a:prstGeom prst="rect">
            <a:avLst/>
          </a:prstGeom>
        </p:spPr>
        <p:txBody>
          <a:bodyPr/>
          <a:lstStyle/>
          <a:p>
            <a:pPr algn="l">
              <a:lnSpc>
                <a:spcPct val="120000"/>
              </a:lnSpc>
              <a:defRPr sz="3600">
                <a:latin typeface="Arial"/>
                <a:ea typeface="Arial"/>
                <a:cs typeface="Arial"/>
                <a:sym typeface="Arial"/>
              </a:defRPr>
            </a:pPr>
            <a:r>
              <a:t>With the time, Technology started to emerge.</a:t>
            </a:r>
          </a:p>
          <a:p>
            <a:pPr algn="l">
              <a:lnSpc>
                <a:spcPct val="120000"/>
              </a:lnSpc>
              <a:defRPr sz="3600">
                <a:latin typeface="Arial"/>
                <a:ea typeface="Arial"/>
                <a:cs typeface="Arial"/>
                <a:sym typeface="Arial"/>
              </a:defRPr>
            </a:pPr>
            <a:r>
              <a:t>The Technology evolved in many sectors :</a:t>
            </a:r>
          </a:p>
          <a:p>
            <a:pPr marL="395111" indent="-395111" algn="l">
              <a:lnSpc>
                <a:spcPct val="120000"/>
              </a:lnSpc>
              <a:buSzPct val="75000"/>
              <a:buChar char="•"/>
              <a:defRPr sz="3600">
                <a:latin typeface="Arial"/>
                <a:ea typeface="Arial"/>
                <a:cs typeface="Arial"/>
                <a:sym typeface="Arial"/>
              </a:defRPr>
            </a:pPr>
            <a:r>
              <a:t>Communication</a:t>
            </a:r>
          </a:p>
          <a:p>
            <a:pPr marL="395111" indent="-395111" algn="l">
              <a:lnSpc>
                <a:spcPct val="120000"/>
              </a:lnSpc>
              <a:buSzPct val="75000"/>
              <a:buChar char="•"/>
              <a:defRPr sz="3600">
                <a:latin typeface="Arial"/>
                <a:ea typeface="Arial"/>
                <a:cs typeface="Arial"/>
                <a:sym typeface="Arial"/>
              </a:defRPr>
            </a:pPr>
            <a:r>
              <a:t>Industries</a:t>
            </a:r>
          </a:p>
          <a:p>
            <a:pPr marL="395111" indent="-395111" algn="l">
              <a:lnSpc>
                <a:spcPct val="120000"/>
              </a:lnSpc>
              <a:buSzPct val="75000"/>
              <a:buChar char="•"/>
              <a:defRPr sz="3600">
                <a:latin typeface="Arial"/>
                <a:ea typeface="Arial"/>
                <a:cs typeface="Arial"/>
                <a:sym typeface="Arial"/>
              </a:defRPr>
            </a:pPr>
            <a:r>
              <a:t>Household</a:t>
            </a:r>
          </a:p>
        </p:txBody>
      </p:sp>
      <p:pic>
        <p:nvPicPr>
          <p:cNvPr id="122" name="Picture 4" descr="Picture 4"/>
          <p:cNvPicPr>
            <a:picLocks noChangeAspect="1"/>
          </p:cNvPicPr>
          <p:nvPr/>
        </p:nvPicPr>
        <p:blipFill>
          <a:blip r:embed="rId2"/>
          <a:stretch>
            <a:fillRect/>
          </a:stretch>
        </p:blipFill>
        <p:spPr>
          <a:xfrm>
            <a:off x="4516139" y="2301338"/>
            <a:ext cx="7129761" cy="7141648"/>
          </a:xfrm>
          <a:prstGeom prst="rect">
            <a:avLst/>
          </a:prstGeom>
          <a:ln w="12700">
            <a:miter lim="400000"/>
          </a:ln>
        </p:spPr>
      </p:pic>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TECHNOLOGY AND MODIFICATION"/>
          <p:cNvSpPr>
            <a:spLocks noGrp="1"/>
          </p:cNvSpPr>
          <p:nvPr>
            <p:ph type="ctrTitle"/>
          </p:nvPr>
        </p:nvSpPr>
        <p:spPr>
          <a:xfrm>
            <a:off x="1007907" y="140624"/>
            <a:ext cx="10464801" cy="2052530"/>
          </a:xfrm>
          <a:prstGeom prst="rect">
            <a:avLst/>
          </a:prstGeom>
        </p:spPr>
        <p:txBody>
          <a:bodyPr/>
          <a:lstStyle>
            <a:lvl1pPr defTabSz="408940">
              <a:defRPr sz="6000">
                <a:solidFill>
                  <a:srgbClr val="FF2600"/>
                </a:solidFill>
                <a:latin typeface="Arial Narrow"/>
                <a:ea typeface="Arial Narrow"/>
                <a:cs typeface="Arial Narrow"/>
                <a:sym typeface="Arial Narrow"/>
              </a:defRPr>
            </a:lvl1pPr>
          </a:lstStyle>
          <a:p>
            <a:r>
              <a:t>TECHNOLOGY AND MODIFICATION</a:t>
            </a:r>
          </a:p>
        </p:txBody>
      </p:sp>
      <p:sp>
        <p:nvSpPr>
          <p:cNvPr id="125" name="That’s when the modern technology was born &amp; started to grow up &amp; started to get fed by human being .…"/>
          <p:cNvSpPr>
            <a:spLocks noGrp="1"/>
          </p:cNvSpPr>
          <p:nvPr>
            <p:ph type="subTitle" idx="1"/>
          </p:nvPr>
        </p:nvSpPr>
        <p:spPr>
          <a:xfrm>
            <a:off x="883100" y="3145649"/>
            <a:ext cx="10464801" cy="6644056"/>
          </a:xfrm>
          <a:prstGeom prst="rect">
            <a:avLst/>
          </a:prstGeom>
        </p:spPr>
        <p:txBody>
          <a:bodyPr/>
          <a:lstStyle/>
          <a:p>
            <a:pPr marL="592666" indent="-592666" algn="l" defTabSz="914400">
              <a:lnSpc>
                <a:spcPct val="150000"/>
              </a:lnSpc>
              <a:spcBef>
                <a:spcPts val="700"/>
              </a:spcBef>
              <a:buSzPct val="75000"/>
              <a:buChar char="•"/>
              <a:defRPr sz="3600">
                <a:latin typeface="Calibri"/>
                <a:ea typeface="Calibri"/>
                <a:cs typeface="Calibri"/>
                <a:sym typeface="Calibri"/>
              </a:defRPr>
            </a:pPr>
            <a:r>
              <a:t>That’s when the modern technology was born &amp; started to grow up &amp; started to get fed by human being .  </a:t>
            </a:r>
          </a:p>
          <a:p>
            <a:pPr marL="592666" indent="-592666" algn="l" defTabSz="914400">
              <a:lnSpc>
                <a:spcPct val="150000"/>
              </a:lnSpc>
              <a:spcBef>
                <a:spcPts val="700"/>
              </a:spcBef>
              <a:buSzPct val="75000"/>
              <a:buChar char="•"/>
              <a:defRPr sz="3600">
                <a:latin typeface="Calibri"/>
                <a:ea typeface="Calibri"/>
                <a:cs typeface="Calibri"/>
                <a:sym typeface="Calibri"/>
              </a:defRPr>
            </a:pPr>
            <a:r>
              <a:t>   Tragedy is that it has become a huge impact to the lifestyles of the people.  Addiction to  machinery items has become a threat to the lifestyles of children.</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 name="Increasing technology gives a vast passage to communication…"/>
          <p:cNvSpPr>
            <a:spLocks noGrp="1"/>
          </p:cNvSpPr>
          <p:nvPr>
            <p:ph type="subTitle" idx="1"/>
          </p:nvPr>
        </p:nvSpPr>
        <p:spPr>
          <a:xfrm>
            <a:off x="396357" y="494689"/>
            <a:ext cx="10464801" cy="5178069"/>
          </a:xfrm>
          <a:prstGeom prst="rect">
            <a:avLst/>
          </a:prstGeom>
        </p:spPr>
        <p:txBody>
          <a:bodyPr/>
          <a:lstStyle/>
          <a:p>
            <a:pPr marL="342900" indent="-342900" algn="l" defTabSz="914400">
              <a:spcBef>
                <a:spcPts val="800"/>
              </a:spcBef>
              <a:buSzPct val="100000"/>
              <a:buFont typeface="Arial"/>
              <a:buChar char="•"/>
              <a:defRPr>
                <a:latin typeface="Calibri"/>
                <a:ea typeface="Calibri"/>
                <a:cs typeface="Calibri"/>
                <a:sym typeface="Calibri"/>
              </a:defRPr>
            </a:pPr>
            <a:r>
              <a:t>Increasing technology gives a vast passage to </a:t>
            </a:r>
            <a:r>
              <a:rPr sz="3600" b="1"/>
              <a:t>communication</a:t>
            </a:r>
            <a:endParaRPr b="1"/>
          </a:p>
          <a:p>
            <a:pPr marL="342900" indent="-342900" algn="l" defTabSz="914400">
              <a:spcBef>
                <a:spcPts val="700"/>
              </a:spcBef>
              <a:defRPr>
                <a:latin typeface="Calibri"/>
                <a:ea typeface="Calibri"/>
                <a:cs typeface="Calibri"/>
                <a:sym typeface="Calibri"/>
              </a:defRPr>
            </a:pPr>
            <a:r>
              <a:t>                                       or</a:t>
            </a:r>
          </a:p>
          <a:p>
            <a:pPr marL="342900" indent="-342900" algn="l" defTabSz="914400">
              <a:spcBef>
                <a:spcPts val="700"/>
              </a:spcBef>
              <a:buSzPct val="100000"/>
              <a:buFont typeface="Arial"/>
              <a:buChar char="•"/>
              <a:defRPr>
                <a:latin typeface="Calibri"/>
                <a:ea typeface="Calibri"/>
                <a:cs typeface="Calibri"/>
                <a:sym typeface="Calibri"/>
              </a:defRPr>
            </a:pPr>
            <a:r>
              <a:t>With the usage of machinery items to communication , mind force us to think that the technology has given the priority to make the communication easier. The same reason itself make the people to go for the latest communication sources available , mostly for </a:t>
            </a:r>
            <a:r>
              <a:rPr b="1"/>
              <a:t>MOBILE PHONES</a:t>
            </a:r>
            <a:r>
              <a:t>.</a:t>
            </a:r>
          </a:p>
        </p:txBody>
      </p:sp>
      <p:pic>
        <p:nvPicPr>
          <p:cNvPr id="128" name="Picture 3" descr="Picture 3"/>
          <p:cNvPicPr>
            <a:picLocks noChangeAspect="1"/>
          </p:cNvPicPr>
          <p:nvPr/>
        </p:nvPicPr>
        <p:blipFill>
          <a:blip r:embed="rId2"/>
          <a:stretch>
            <a:fillRect/>
          </a:stretch>
        </p:blipFill>
        <p:spPr>
          <a:xfrm>
            <a:off x="1058837" y="5878212"/>
            <a:ext cx="9439376" cy="3133875"/>
          </a:xfrm>
          <a:prstGeom prst="rect">
            <a:avLst/>
          </a:prstGeom>
          <a:ln w="12700">
            <a:miter lim="400000"/>
          </a:ln>
        </p:spPr>
      </p:pic>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Impacts On Society"/>
          <p:cNvSpPr>
            <a:spLocks noGrp="1"/>
          </p:cNvSpPr>
          <p:nvPr>
            <p:ph type="ctrTitle"/>
          </p:nvPr>
        </p:nvSpPr>
        <p:spPr>
          <a:xfrm>
            <a:off x="982945" y="28297"/>
            <a:ext cx="10464801" cy="1426551"/>
          </a:xfrm>
          <a:prstGeom prst="rect">
            <a:avLst/>
          </a:prstGeom>
        </p:spPr>
        <p:txBody>
          <a:bodyPr/>
          <a:lstStyle>
            <a:lvl1pPr>
              <a:defRPr b="1">
                <a:solidFill>
                  <a:srgbClr val="FF2600"/>
                </a:solidFill>
                <a:latin typeface="Arial Narrow"/>
                <a:ea typeface="Arial Narrow"/>
                <a:cs typeface="Arial Narrow"/>
                <a:sym typeface="Arial Narrow"/>
              </a:defRPr>
            </a:lvl1pPr>
          </a:lstStyle>
          <a:p>
            <a:r>
              <a:t>Impacts On Society</a:t>
            </a:r>
          </a:p>
        </p:txBody>
      </p:sp>
      <p:sp>
        <p:nvSpPr>
          <p:cNvPr id="131" name="Technology and human life cannot be separated; society has a cyclical co-dependence on technology.…"/>
          <p:cNvSpPr>
            <a:spLocks noGrp="1"/>
          </p:cNvSpPr>
          <p:nvPr>
            <p:ph type="subTitle" idx="1"/>
          </p:nvPr>
        </p:nvSpPr>
        <p:spPr>
          <a:xfrm>
            <a:off x="1269999" y="1883109"/>
            <a:ext cx="10464801" cy="7146398"/>
          </a:xfrm>
          <a:prstGeom prst="rect">
            <a:avLst/>
          </a:prstGeom>
        </p:spPr>
        <p:txBody>
          <a:bodyPr/>
          <a:lstStyle/>
          <a:p>
            <a:pPr marL="431165" indent="-431165" algn="l" defTabSz="443483">
              <a:buSzPct val="75000"/>
              <a:buChar char="•"/>
              <a:defRPr sz="3400">
                <a:solidFill>
                  <a:srgbClr val="222222"/>
                </a:solidFill>
                <a:latin typeface="+mj-lt"/>
                <a:ea typeface="+mj-ea"/>
                <a:cs typeface="+mj-cs"/>
                <a:sym typeface="Helvetica Neue"/>
              </a:defRPr>
            </a:pPr>
            <a:r>
              <a:t>Technology and human life cannot be separated; society has a cyclical co-dependence on technology. </a:t>
            </a:r>
          </a:p>
          <a:p>
            <a:pPr marL="431165" indent="-431165" algn="l" defTabSz="443483">
              <a:buSzPct val="75000"/>
              <a:buChar char="•"/>
              <a:defRPr sz="3400">
                <a:solidFill>
                  <a:srgbClr val="222222"/>
                </a:solidFill>
                <a:latin typeface="+mj-lt"/>
                <a:ea typeface="+mj-ea"/>
                <a:cs typeface="+mj-cs"/>
                <a:sym typeface="Helvetica Neue"/>
              </a:defRPr>
            </a:pPr>
            <a:r>
              <a:t>We </a:t>
            </a:r>
            <a:r>
              <a:rPr b="1" u="sng">
                <a:solidFill>
                  <a:srgbClr val="0000FF"/>
                </a:solidFill>
                <a:uFill>
                  <a:solidFill>
                    <a:srgbClr val="0000FF"/>
                  </a:solidFill>
                </a:uFill>
                <a:hlinkClick r:id="rId2"/>
              </a:rPr>
              <a:t>use technology</a:t>
            </a:r>
            <a:r>
              <a:t>; depend on technology in our daily life and our needs and demands for technology keep on rising.</a:t>
            </a:r>
          </a:p>
          <a:p>
            <a:pPr marL="431165" indent="-431165" algn="l" defTabSz="443483">
              <a:buSzPct val="75000"/>
              <a:buChar char="•"/>
              <a:defRPr sz="3400">
                <a:solidFill>
                  <a:srgbClr val="222222"/>
                </a:solidFill>
                <a:latin typeface="+mj-lt"/>
                <a:ea typeface="+mj-ea"/>
                <a:cs typeface="+mj-cs"/>
                <a:sym typeface="Helvetica Neue"/>
              </a:defRPr>
            </a:pPr>
            <a:r>
              <a:t> Humans use technology to travel, to </a:t>
            </a:r>
            <a:r>
              <a:rPr b="1" u="sng">
                <a:solidFill>
                  <a:srgbClr val="0000FF"/>
                </a:solidFill>
                <a:uFill>
                  <a:solidFill>
                    <a:srgbClr val="0000FF"/>
                  </a:solidFill>
                </a:uFill>
                <a:hlinkClick r:id="rId3"/>
              </a:rPr>
              <a:t>communicate</a:t>
            </a:r>
            <a:r>
              <a:t>, to </a:t>
            </a:r>
            <a:r>
              <a:rPr b="1" u="sng">
                <a:solidFill>
                  <a:srgbClr val="0000FF"/>
                </a:solidFill>
                <a:uFill>
                  <a:solidFill>
                    <a:srgbClr val="0000FF"/>
                  </a:solidFill>
                </a:uFill>
                <a:hlinkClick r:id="rId4"/>
              </a:rPr>
              <a:t>learn</a:t>
            </a:r>
            <a:r>
              <a:t>, to do </a:t>
            </a:r>
            <a:r>
              <a:rPr b="1" u="sng">
                <a:solidFill>
                  <a:srgbClr val="0000FF"/>
                </a:solidFill>
                <a:uFill>
                  <a:solidFill>
                    <a:srgbClr val="0000FF"/>
                  </a:solidFill>
                </a:uFill>
                <a:hlinkClick r:id="rId5"/>
              </a:rPr>
              <a:t>business </a:t>
            </a:r>
            <a:r>
              <a:t>and to live in comfort. However technology has also caused us concerns. Its poor application has resulted into the pollution of the environment and it has also cause serious threat to our lives and society.</a:t>
            </a: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 name="Positive Impacts"/>
          <p:cNvSpPr>
            <a:spLocks noGrp="1"/>
          </p:cNvSpPr>
          <p:nvPr>
            <p:ph type="title"/>
          </p:nvPr>
        </p:nvSpPr>
        <p:spPr>
          <a:prstGeom prst="rect">
            <a:avLst/>
          </a:prstGeom>
        </p:spPr>
        <p:txBody>
          <a:bodyPr/>
          <a:lstStyle>
            <a:lvl1pPr defTabSz="457200">
              <a:defRPr sz="9600">
                <a:solidFill>
                  <a:srgbClr val="90C226"/>
                </a:solidFill>
                <a:latin typeface="Trebuchet MS"/>
                <a:ea typeface="Trebuchet MS"/>
                <a:cs typeface="Trebuchet MS"/>
                <a:sym typeface="Trebuchet MS"/>
              </a:defRPr>
            </a:lvl1pPr>
          </a:lstStyle>
          <a:p>
            <a:r>
              <a:t>Positive Impacts</a:t>
            </a: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Communication"/>
          <p:cNvSpPr>
            <a:spLocks noGrp="1"/>
          </p:cNvSpPr>
          <p:nvPr>
            <p:ph type="ctrTitle"/>
          </p:nvPr>
        </p:nvSpPr>
        <p:spPr>
          <a:xfrm>
            <a:off x="596046" y="564965"/>
            <a:ext cx="10464801" cy="1766986"/>
          </a:xfrm>
          <a:prstGeom prst="rect">
            <a:avLst/>
          </a:prstGeom>
        </p:spPr>
        <p:txBody>
          <a:bodyPr/>
          <a:lstStyle>
            <a:lvl1pPr defTabSz="457200">
              <a:defRPr sz="4800" b="1">
                <a:solidFill>
                  <a:srgbClr val="90C226"/>
                </a:solidFill>
                <a:latin typeface="Trebuchet MS"/>
                <a:ea typeface="Trebuchet MS"/>
                <a:cs typeface="Trebuchet MS"/>
                <a:sym typeface="Trebuchet MS"/>
              </a:defRPr>
            </a:lvl1pPr>
          </a:lstStyle>
          <a:p>
            <a:r>
              <a:t>Communication</a:t>
            </a:r>
          </a:p>
        </p:txBody>
      </p:sp>
      <p:sp>
        <p:nvSpPr>
          <p:cNvPr id="136" name="Changes in communication technology over the last four decades have been revolutionary.…"/>
          <p:cNvSpPr>
            <a:spLocks noGrp="1"/>
          </p:cNvSpPr>
          <p:nvPr>
            <p:ph type="subTitle" sz="half" idx="1"/>
          </p:nvPr>
        </p:nvSpPr>
        <p:spPr>
          <a:xfrm>
            <a:off x="1057829" y="3281914"/>
            <a:ext cx="10464801" cy="4796140"/>
          </a:xfrm>
          <a:prstGeom prst="rect">
            <a:avLst/>
          </a:prstGeom>
        </p:spPr>
        <p:txBody>
          <a:bodyPr/>
          <a:lstStyle/>
          <a:p>
            <a:pPr marL="330868" indent="-330868" algn="l" defTabSz="425194">
              <a:lnSpc>
                <a:spcPct val="90000"/>
              </a:lnSpc>
              <a:spcBef>
                <a:spcPts val="900"/>
              </a:spcBef>
              <a:buSzPct val="100000"/>
              <a:buChar char="•"/>
              <a:defRPr sz="3300">
                <a:latin typeface="Trebuchet MS"/>
                <a:ea typeface="Trebuchet MS"/>
                <a:cs typeface="Trebuchet MS"/>
                <a:sym typeface="Trebuchet MS"/>
              </a:defRPr>
            </a:pPr>
            <a:r>
              <a:t>Changes in communication technology over the last four decades have been revolutionary.</a:t>
            </a:r>
          </a:p>
          <a:p>
            <a:pPr marL="330868" indent="-330868" algn="l" defTabSz="425194">
              <a:lnSpc>
                <a:spcPct val="90000"/>
              </a:lnSpc>
              <a:spcBef>
                <a:spcPts val="900"/>
              </a:spcBef>
              <a:buSzPct val="100000"/>
              <a:buChar char="•"/>
              <a:defRPr sz="3300">
                <a:latin typeface="Trebuchet MS"/>
                <a:ea typeface="Trebuchet MS"/>
                <a:cs typeface="Trebuchet MS"/>
                <a:sym typeface="Trebuchet MS"/>
              </a:defRPr>
            </a:pPr>
            <a:r>
              <a:t>It has made communication easier around the globe.</a:t>
            </a:r>
          </a:p>
          <a:p>
            <a:pPr marL="330868" indent="-330868" algn="l" defTabSz="425194">
              <a:lnSpc>
                <a:spcPct val="90000"/>
              </a:lnSpc>
              <a:spcBef>
                <a:spcPts val="900"/>
              </a:spcBef>
              <a:buSzPct val="100000"/>
              <a:buChar char="•"/>
              <a:defRPr sz="3300">
                <a:latin typeface="Trebuchet MS"/>
                <a:ea typeface="Trebuchet MS"/>
                <a:cs typeface="Trebuchet MS"/>
                <a:sym typeface="Trebuchet MS"/>
              </a:defRPr>
            </a:pPr>
            <a:r>
              <a:t>Newer advancements like texting and messaging apps have spurred even more efficiency within workplace communication.</a:t>
            </a:r>
          </a:p>
          <a:p>
            <a:pPr marL="330868" indent="-330868" algn="l" defTabSz="425194">
              <a:lnSpc>
                <a:spcPct val="90000"/>
              </a:lnSpc>
              <a:spcBef>
                <a:spcPts val="900"/>
              </a:spcBef>
              <a:buSzPct val="100000"/>
              <a:buChar char="•"/>
              <a:defRPr sz="3300">
                <a:latin typeface="Trebuchet MS"/>
                <a:ea typeface="Trebuchet MS"/>
                <a:cs typeface="Trebuchet MS"/>
                <a:sym typeface="Trebuchet MS"/>
              </a:defRPr>
            </a:pPr>
            <a:r>
              <a:t>Everyday, newer communication devices are being release</a:t>
            </a: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 name="Agriculture"/>
          <p:cNvSpPr>
            <a:spLocks noGrp="1"/>
          </p:cNvSpPr>
          <p:nvPr>
            <p:ph type="ctrTitle"/>
          </p:nvPr>
        </p:nvSpPr>
        <p:spPr>
          <a:xfrm>
            <a:off x="1269999" y="515041"/>
            <a:ext cx="10464801" cy="1270106"/>
          </a:xfrm>
          <a:prstGeom prst="rect">
            <a:avLst/>
          </a:prstGeom>
        </p:spPr>
        <p:txBody>
          <a:bodyPr/>
          <a:lstStyle>
            <a:lvl1pPr defTabSz="457200">
              <a:defRPr sz="7200" b="1">
                <a:solidFill>
                  <a:srgbClr val="90C226"/>
                </a:solidFill>
                <a:latin typeface="Trebuchet MS"/>
                <a:ea typeface="Trebuchet MS"/>
                <a:cs typeface="Trebuchet MS"/>
                <a:sym typeface="Trebuchet MS"/>
              </a:defRPr>
            </a:lvl1pPr>
          </a:lstStyle>
          <a:p>
            <a:r>
              <a:t>Agriculture</a:t>
            </a:r>
          </a:p>
        </p:txBody>
      </p:sp>
      <p:sp>
        <p:nvSpPr>
          <p:cNvPr id="139" name="Changes in communication technology over the last four decades have been revolutionary.…"/>
          <p:cNvSpPr>
            <a:spLocks noGrp="1"/>
          </p:cNvSpPr>
          <p:nvPr>
            <p:ph type="subTitle" idx="1"/>
          </p:nvPr>
        </p:nvSpPr>
        <p:spPr>
          <a:xfrm>
            <a:off x="845659" y="1439694"/>
            <a:ext cx="10464801" cy="6929095"/>
          </a:xfrm>
          <a:prstGeom prst="rect">
            <a:avLst/>
          </a:prstGeom>
        </p:spPr>
        <p:txBody>
          <a:bodyPr/>
          <a:lstStyle/>
          <a:p>
            <a:pPr>
              <a:lnSpc>
                <a:spcPct val="90000"/>
              </a:lnSpc>
            </a:pPr>
            <a:endParaRPr/>
          </a:p>
          <a:p>
            <a:pPr>
              <a:lnSpc>
                <a:spcPct val="90000"/>
              </a:lnSpc>
            </a:pPr>
            <a:endParaRPr/>
          </a:p>
          <a:p>
            <a:pPr marL="571500" indent="-571500" algn="l" defTabSz="457200">
              <a:lnSpc>
                <a:spcPct val="90000"/>
              </a:lnSpc>
              <a:spcBef>
                <a:spcPts val="1000"/>
              </a:spcBef>
              <a:buClr>
                <a:srgbClr val="8CC721"/>
              </a:buClr>
              <a:buSzPct val="80000"/>
              <a:buFont typeface="Trebuchet MS"/>
              <a:buChar char="❑"/>
              <a:defRPr sz="3600">
                <a:latin typeface="Trebuchet MS"/>
                <a:ea typeface="Trebuchet MS"/>
                <a:cs typeface="Trebuchet MS"/>
                <a:sym typeface="Trebuchet MS"/>
              </a:defRPr>
            </a:pPr>
            <a:r>
              <a:t>Modern agricultural technologies such as ploughing, sowing have allowed farmers to grow vast quantities of food in a shorter lapse of time.</a:t>
            </a:r>
          </a:p>
          <a:p>
            <a:pPr marL="571500" indent="-571500" algn="l" defTabSz="457200">
              <a:lnSpc>
                <a:spcPct val="90000"/>
              </a:lnSpc>
              <a:spcBef>
                <a:spcPts val="1000"/>
              </a:spcBef>
              <a:buClr>
                <a:srgbClr val="8CC721"/>
              </a:buClr>
              <a:buSzPct val="80000"/>
              <a:buFont typeface="Trebuchet MS"/>
              <a:buChar char="❑"/>
              <a:defRPr sz="3600">
                <a:latin typeface="Trebuchet MS"/>
                <a:ea typeface="Trebuchet MS"/>
                <a:cs typeface="Trebuchet MS"/>
                <a:sym typeface="Trebuchet MS"/>
              </a:defRPr>
            </a:pPr>
            <a:r>
              <a:t>Manufacture of genetically modified crops which are more resistant to several pests and diseases.</a:t>
            </a:r>
          </a:p>
          <a:p>
            <a:pPr marL="571500" indent="-571500" algn="l" defTabSz="457200">
              <a:lnSpc>
                <a:spcPct val="90000"/>
              </a:lnSpc>
              <a:spcBef>
                <a:spcPts val="1000"/>
              </a:spcBef>
              <a:buClr>
                <a:srgbClr val="8CC721"/>
              </a:buClr>
              <a:buSzPct val="80000"/>
              <a:buFont typeface="Trebuchet MS"/>
              <a:buChar char="❑"/>
              <a:defRPr sz="3600">
                <a:latin typeface="Trebuchet MS"/>
                <a:ea typeface="Trebuchet MS"/>
                <a:cs typeface="Trebuchet MS"/>
                <a:sym typeface="Trebuchet MS"/>
              </a:defRPr>
            </a:pPr>
            <a:r>
              <a:t>For e.g. hybrid seeds can improve crop yields by a factor of two or three in certain situations.   </a:t>
            </a: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 name="Education System"/>
          <p:cNvSpPr>
            <a:spLocks noGrp="1"/>
          </p:cNvSpPr>
          <p:nvPr>
            <p:ph type="ctrTitle"/>
          </p:nvPr>
        </p:nvSpPr>
        <p:spPr>
          <a:xfrm>
            <a:off x="1269999" y="-495886"/>
            <a:ext cx="10464801" cy="2193079"/>
          </a:xfrm>
          <a:prstGeom prst="rect">
            <a:avLst/>
          </a:prstGeom>
        </p:spPr>
        <p:txBody>
          <a:bodyPr/>
          <a:lstStyle>
            <a:lvl1pPr defTabSz="457200">
              <a:defRPr sz="6400" b="1">
                <a:solidFill>
                  <a:srgbClr val="90C226"/>
                </a:solidFill>
                <a:latin typeface="Trebuchet MS"/>
                <a:ea typeface="Trebuchet MS"/>
                <a:cs typeface="Trebuchet MS"/>
                <a:sym typeface="Trebuchet MS"/>
              </a:defRPr>
            </a:lvl1pPr>
          </a:lstStyle>
          <a:p>
            <a:r>
              <a:t>Education System</a:t>
            </a:r>
          </a:p>
        </p:txBody>
      </p:sp>
      <p:sp>
        <p:nvSpPr>
          <p:cNvPr id="142" name="Nowadays, education is much more easier thanks to the Internet.…"/>
          <p:cNvSpPr>
            <a:spLocks noGrp="1"/>
          </p:cNvSpPr>
          <p:nvPr>
            <p:ph type="subTitle" idx="1"/>
          </p:nvPr>
        </p:nvSpPr>
        <p:spPr>
          <a:xfrm>
            <a:off x="1270000" y="2378186"/>
            <a:ext cx="10464801" cy="5921694"/>
          </a:xfrm>
          <a:prstGeom prst="rect">
            <a:avLst/>
          </a:prstGeom>
        </p:spPr>
        <p:txBody>
          <a:bodyPr/>
          <a:lstStyle/>
          <a:p>
            <a:pPr marL="360947" indent="-360947" algn="l" defTabSz="457200">
              <a:spcBef>
                <a:spcPts val="1000"/>
              </a:spcBef>
              <a:buSzPct val="100000"/>
              <a:buChar char="•"/>
              <a:defRPr sz="3600">
                <a:latin typeface="Trebuchet MS"/>
                <a:ea typeface="Trebuchet MS"/>
                <a:cs typeface="Trebuchet MS"/>
                <a:sym typeface="Trebuchet MS"/>
              </a:defRPr>
            </a:pPr>
            <a:r>
              <a:t>Nowadays, education is much more easier thanks to the Internet.</a:t>
            </a:r>
          </a:p>
          <a:p>
            <a:pPr marL="360947" indent="-360947" algn="l" defTabSz="457200">
              <a:spcBef>
                <a:spcPts val="1000"/>
              </a:spcBef>
              <a:buSzPct val="100000"/>
              <a:buChar char="•"/>
              <a:defRPr sz="3600">
                <a:latin typeface="Trebuchet MS"/>
                <a:ea typeface="Trebuchet MS"/>
                <a:cs typeface="Trebuchet MS"/>
                <a:sym typeface="Trebuchet MS"/>
              </a:defRPr>
            </a:pPr>
            <a:r>
              <a:t>It gives students the chance to interact with their classmates more by encouraging collaboration.</a:t>
            </a:r>
          </a:p>
          <a:p>
            <a:pPr marL="360947" indent="-360947" algn="l" defTabSz="457200">
              <a:spcBef>
                <a:spcPts val="1000"/>
              </a:spcBef>
              <a:buSzPct val="100000"/>
              <a:buChar char="•"/>
              <a:defRPr sz="3600">
                <a:latin typeface="Trebuchet MS"/>
                <a:ea typeface="Trebuchet MS"/>
                <a:cs typeface="Trebuchet MS"/>
                <a:sym typeface="Trebuchet MS"/>
              </a:defRPr>
            </a:pPr>
            <a:r>
              <a:t>Student can have access to digital textbooks online that are constantly updated.</a:t>
            </a:r>
          </a:p>
          <a:p>
            <a:pPr marL="360947" indent="-360947" algn="l" defTabSz="457200">
              <a:spcBef>
                <a:spcPts val="1000"/>
              </a:spcBef>
              <a:buSzPct val="100000"/>
              <a:buChar char="•"/>
              <a:defRPr sz="3600">
                <a:latin typeface="Trebuchet MS"/>
                <a:ea typeface="Trebuchet MS"/>
                <a:cs typeface="Trebuchet MS"/>
                <a:sym typeface="Trebuchet MS"/>
              </a:defRPr>
            </a:pPr>
            <a:r>
              <a:t>Integrating technology in education everyday helps students stay engaged. </a:t>
            </a: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 name="Transport System"/>
          <p:cNvSpPr>
            <a:spLocks noGrp="1"/>
          </p:cNvSpPr>
          <p:nvPr>
            <p:ph type="ctrTitle"/>
          </p:nvPr>
        </p:nvSpPr>
        <p:spPr>
          <a:xfrm>
            <a:off x="1270000" y="315350"/>
            <a:ext cx="10464801" cy="1497390"/>
          </a:xfrm>
          <a:prstGeom prst="rect">
            <a:avLst/>
          </a:prstGeom>
        </p:spPr>
        <p:txBody>
          <a:bodyPr/>
          <a:lstStyle>
            <a:lvl1pPr defTabSz="457200">
              <a:defRPr sz="6400" b="1">
                <a:solidFill>
                  <a:srgbClr val="90C226"/>
                </a:solidFill>
                <a:latin typeface="Trebuchet MS"/>
                <a:ea typeface="Trebuchet MS"/>
                <a:cs typeface="Trebuchet MS"/>
                <a:sym typeface="Trebuchet MS"/>
              </a:defRPr>
            </a:lvl1pPr>
          </a:lstStyle>
          <a:p>
            <a:r>
              <a:t>Transport System</a:t>
            </a:r>
          </a:p>
        </p:txBody>
      </p:sp>
      <p:sp>
        <p:nvSpPr>
          <p:cNvPr id="145" name="Technology has helped in advancing the four types of transportation which include air, road, water, and space…"/>
          <p:cNvSpPr>
            <a:spLocks noGrp="1"/>
          </p:cNvSpPr>
          <p:nvPr>
            <p:ph type="subTitle" idx="1"/>
          </p:nvPr>
        </p:nvSpPr>
        <p:spPr>
          <a:xfrm>
            <a:off x="730700" y="2656321"/>
            <a:ext cx="11543401" cy="5014260"/>
          </a:xfrm>
          <a:prstGeom prst="rect">
            <a:avLst/>
          </a:prstGeom>
        </p:spPr>
        <p:txBody>
          <a:bodyPr/>
          <a:lstStyle/>
          <a:p>
            <a:pPr marL="360947" indent="-360947" algn="l" defTabSz="457200">
              <a:spcBef>
                <a:spcPts val="1000"/>
              </a:spcBef>
              <a:buSzPct val="100000"/>
              <a:buChar char="•"/>
              <a:defRPr sz="3600">
                <a:latin typeface="Trebuchet MS"/>
                <a:ea typeface="Trebuchet MS"/>
                <a:cs typeface="Trebuchet MS"/>
                <a:sym typeface="Trebuchet MS"/>
              </a:defRPr>
            </a:pPr>
            <a:r>
              <a:t>Technology has helped in advancing the four types of transportation which include air, road, water, and space</a:t>
            </a:r>
          </a:p>
          <a:p>
            <a:pPr marL="360947" indent="-360947" algn="l" defTabSz="457200">
              <a:spcBef>
                <a:spcPts val="1000"/>
              </a:spcBef>
              <a:buSzPct val="100000"/>
              <a:buChar char="•"/>
              <a:defRPr sz="3600">
                <a:latin typeface="Trebuchet MS"/>
                <a:ea typeface="Trebuchet MS"/>
                <a:cs typeface="Trebuchet MS"/>
                <a:sym typeface="Trebuchet MS"/>
              </a:defRPr>
            </a:pPr>
            <a:r>
              <a:t>Production of hybrid cars which use less fuel and emit less CO2</a:t>
            </a:r>
          </a:p>
          <a:p>
            <a:pPr marL="360947" indent="-360947" algn="l" defTabSz="457200">
              <a:spcBef>
                <a:spcPts val="1000"/>
              </a:spcBef>
              <a:buSzPct val="100000"/>
              <a:buChar char="•"/>
              <a:defRPr sz="3600">
                <a:latin typeface="Trebuchet MS"/>
                <a:ea typeface="Trebuchet MS"/>
                <a:cs typeface="Trebuchet MS"/>
                <a:sym typeface="Trebuchet MS"/>
              </a:defRPr>
            </a:pPr>
            <a:r>
              <a:t>CCTV camera to monitor the traffic</a:t>
            </a:r>
          </a:p>
          <a:p>
            <a:pPr marL="360947" indent="-360947" algn="l" defTabSz="457200">
              <a:spcBef>
                <a:spcPts val="1000"/>
              </a:spcBef>
              <a:buSzPct val="100000"/>
              <a:buChar char="•"/>
              <a:defRPr sz="3600">
                <a:latin typeface="Trebuchet MS"/>
                <a:ea typeface="Trebuchet MS"/>
                <a:cs typeface="Trebuchet MS"/>
                <a:sym typeface="Trebuchet MS"/>
              </a:defRPr>
            </a:pPr>
            <a:r>
              <a:t>GPS: used for navigation</a:t>
            </a: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 name="Negative Impacts"/>
          <p:cNvSpPr>
            <a:spLocks noGrp="1"/>
          </p:cNvSpPr>
          <p:nvPr>
            <p:ph type="ctrTitle"/>
          </p:nvPr>
        </p:nvSpPr>
        <p:spPr>
          <a:prstGeom prst="rect">
            <a:avLst/>
          </a:prstGeom>
        </p:spPr>
        <p:txBody>
          <a:bodyPr/>
          <a:lstStyle>
            <a:lvl1pPr defTabSz="457200">
              <a:defRPr sz="9600" b="1">
                <a:solidFill>
                  <a:srgbClr val="0433FF"/>
                </a:solidFill>
                <a:latin typeface="Arial"/>
                <a:ea typeface="Arial"/>
                <a:cs typeface="Arial"/>
                <a:sym typeface="Arial"/>
              </a:defRPr>
            </a:lvl1pPr>
          </a:lstStyle>
          <a:p>
            <a:r>
              <a:t>Negative Impacts</a:t>
            </a: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Title 2"/>
          <p:cNvSpPr>
            <a:spLocks noGrp="1"/>
          </p:cNvSpPr>
          <p:nvPr>
            <p:ph type="title"/>
          </p:nvPr>
        </p:nvSpPr>
        <p:spPr>
          <a:prstGeom prst="rect">
            <a:avLst/>
          </a:prstGeom>
        </p:spPr>
        <p:txBody>
          <a:bodyPr/>
          <a:lstStyle>
            <a:lvl1pPr>
              <a:defRPr>
                <a:solidFill>
                  <a:srgbClr val="000099"/>
                </a:solidFill>
              </a:defRPr>
            </a:lvl1pPr>
          </a:lstStyle>
          <a:p>
            <a:r>
              <a:t> Isolation</a:t>
            </a:r>
          </a:p>
        </p:txBody>
      </p:sp>
      <p:sp>
        <p:nvSpPr>
          <p:cNvPr id="150" name="Text Placeholder 3"/>
          <p:cNvSpPr>
            <a:spLocks noGrp="1"/>
          </p:cNvSpPr>
          <p:nvPr>
            <p:ph type="body" idx="1"/>
          </p:nvPr>
        </p:nvSpPr>
        <p:spPr>
          <a:prstGeom prst="rect">
            <a:avLst/>
          </a:prstGeom>
        </p:spPr>
        <p:txBody>
          <a:bodyPr/>
          <a:lstStyle/>
          <a:p>
            <a:pPr marL="440055" indent="-440055" defTabSz="578358">
              <a:spcBef>
                <a:spcPts val="4100"/>
              </a:spcBef>
              <a:buClr>
                <a:srgbClr val="000099"/>
              </a:buClr>
              <a:buFont typeface="Helvetica Light"/>
              <a:buChar char="❑"/>
              <a:defRPr sz="3500"/>
            </a:pPr>
            <a:r>
              <a:t>Social isolation is characterized by a lack of contact with other people in normal daily living, such as, the workplace, with friends and in social activities.</a:t>
            </a:r>
          </a:p>
          <a:p>
            <a:pPr marL="440055" indent="-440055" defTabSz="578358">
              <a:spcBef>
                <a:spcPts val="4100"/>
              </a:spcBef>
              <a:buClr>
                <a:srgbClr val="000099"/>
              </a:buClr>
              <a:buFont typeface="Helvetica Light"/>
              <a:buChar char="❑"/>
              <a:defRPr sz="3500"/>
            </a:pPr>
            <a:r>
              <a:t>We isolate ourselves by walking around in our own little world, listening to our iPods or staring at the screen of the latest mobile device even when we are around other people.</a:t>
            </a:r>
          </a:p>
          <a:p>
            <a:pPr marL="440055" indent="-440055" defTabSz="578358">
              <a:spcBef>
                <a:spcPts val="4100"/>
              </a:spcBef>
              <a:buClr>
                <a:srgbClr val="000099"/>
              </a:buClr>
              <a:buFont typeface="Helvetica Light"/>
              <a:buChar char="❑"/>
              <a:defRPr sz="3500"/>
            </a:pPr>
            <a:r>
              <a:t> </a:t>
            </a:r>
            <a:r>
              <a:rPr u="sng">
                <a:solidFill>
                  <a:srgbClr val="0000FF"/>
                </a:solidFill>
                <a:uFill>
                  <a:solidFill>
                    <a:srgbClr val="0000FF"/>
                  </a:solidFill>
                </a:uFill>
                <a:hlinkClick r:id="rId2"/>
              </a:rPr>
              <a:t>Studies</a:t>
            </a:r>
            <a:r>
              <a:t> have shown that people who are socially isolated will live shorter lives.</a:t>
            </a:r>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Title 2"/>
          <p:cNvSpPr>
            <a:spLocks noGrp="1"/>
          </p:cNvSpPr>
          <p:nvPr>
            <p:ph type="title"/>
          </p:nvPr>
        </p:nvSpPr>
        <p:spPr>
          <a:prstGeom prst="rect">
            <a:avLst/>
          </a:prstGeom>
        </p:spPr>
        <p:txBody>
          <a:bodyPr/>
          <a:lstStyle>
            <a:lvl1pPr defTabSz="543305">
              <a:defRPr sz="6600">
                <a:solidFill>
                  <a:srgbClr val="000099"/>
                </a:solidFill>
              </a:defRPr>
            </a:lvl1pPr>
          </a:lstStyle>
          <a:p>
            <a:r>
              <a:t>Developmental Issues in Children</a:t>
            </a:r>
          </a:p>
        </p:txBody>
      </p:sp>
      <p:sp>
        <p:nvSpPr>
          <p:cNvPr id="153" name="Text Placeholder 3"/>
          <p:cNvSpPr>
            <a:spLocks noGrp="1"/>
          </p:cNvSpPr>
          <p:nvPr>
            <p:ph type="body" idx="1"/>
          </p:nvPr>
        </p:nvSpPr>
        <p:spPr>
          <a:prstGeom prst="rect">
            <a:avLst/>
          </a:prstGeom>
        </p:spPr>
        <p:txBody>
          <a:bodyPr/>
          <a:lstStyle/>
          <a:p>
            <a:pPr>
              <a:buClr>
                <a:srgbClr val="000099"/>
              </a:buClr>
              <a:buFont typeface="Helvetica Light"/>
              <a:buChar char="❑"/>
            </a:pPr>
            <a:r>
              <a:t>All of the negative effects that social media and television is having on adults are far greater when it comes to the developing minds of children.</a:t>
            </a:r>
          </a:p>
          <a:p>
            <a:pPr>
              <a:buClr>
                <a:srgbClr val="000099"/>
              </a:buClr>
              <a:buFont typeface="Helvetica Light"/>
              <a:buChar char="❑"/>
            </a:pPr>
            <a:r>
              <a:t> There is no way to know what long term effect technology will have on our children because this is the first generation to have unlimited access.</a:t>
            </a: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Title 2"/>
          <p:cNvSpPr>
            <a:spLocks noGrp="1"/>
          </p:cNvSpPr>
          <p:nvPr>
            <p:ph type="title"/>
          </p:nvPr>
        </p:nvSpPr>
        <p:spPr>
          <a:prstGeom prst="rect">
            <a:avLst/>
          </a:prstGeom>
        </p:spPr>
        <p:txBody>
          <a:bodyPr/>
          <a:lstStyle>
            <a:lvl1pPr>
              <a:defRPr>
                <a:solidFill>
                  <a:srgbClr val="000099"/>
                </a:solidFill>
              </a:defRPr>
            </a:lvl1pPr>
          </a:lstStyle>
          <a:p>
            <a:r>
              <a:t>Neurosis</a:t>
            </a:r>
          </a:p>
        </p:txBody>
      </p:sp>
      <p:sp>
        <p:nvSpPr>
          <p:cNvPr id="156" name="Text Placeholder 3"/>
          <p:cNvSpPr>
            <a:spLocks noGrp="1"/>
          </p:cNvSpPr>
          <p:nvPr>
            <p:ph type="body" idx="1"/>
          </p:nvPr>
        </p:nvSpPr>
        <p:spPr>
          <a:prstGeom prst="rect">
            <a:avLst/>
          </a:prstGeom>
        </p:spPr>
        <p:txBody>
          <a:bodyPr/>
          <a:lstStyle/>
          <a:p>
            <a:pPr>
              <a:buClr>
                <a:srgbClr val="1407BD"/>
              </a:buClr>
              <a:buFont typeface="Helvetica Light"/>
              <a:buChar char="❑"/>
            </a:pPr>
            <a:r>
              <a:t>Technology causes people to suffer from mental and emotional disturbances, such as anxiety, phobias and delusions, which are all symptoms of </a:t>
            </a:r>
            <a:r>
              <a:rPr u="sng">
                <a:solidFill>
                  <a:srgbClr val="0000FF"/>
                </a:solidFill>
                <a:uFill>
                  <a:solidFill>
                    <a:srgbClr val="0000FF"/>
                  </a:solidFill>
                </a:uFill>
                <a:hlinkClick r:id="rId2"/>
              </a:rPr>
              <a:t>neurosis</a:t>
            </a:r>
            <a:r>
              <a:t>.</a:t>
            </a:r>
          </a:p>
          <a:p>
            <a:pPr>
              <a:buClr>
                <a:srgbClr val="1407BD"/>
              </a:buClr>
              <a:buFont typeface="Helvetica Light"/>
              <a:buChar char="❑"/>
            </a:pPr>
            <a:r>
              <a:t>Being convinced you’re very ill after looking up strange diseases on WebMD or thinking you are famous because you have had a viral video are a couple of ways technology neurosis manifests itself.</a:t>
            </a:r>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Title 3"/>
          <p:cNvSpPr>
            <a:spLocks noGrp="1"/>
          </p:cNvSpPr>
          <p:nvPr>
            <p:ph type="title"/>
          </p:nvPr>
        </p:nvSpPr>
        <p:spPr>
          <a:xfrm>
            <a:off x="505835" y="2237362"/>
            <a:ext cx="11734807" cy="4076430"/>
          </a:xfrm>
          <a:prstGeom prst="rect">
            <a:avLst/>
          </a:prstGeom>
        </p:spPr>
        <p:txBody>
          <a:bodyPr/>
          <a:lstStyle>
            <a:lvl1pPr>
              <a:defRPr sz="9600">
                <a:solidFill>
                  <a:srgbClr val="7030A0"/>
                </a:solidFill>
              </a:defRPr>
            </a:lvl1pPr>
          </a:lstStyle>
          <a:p>
            <a:r>
              <a:t>Effects On Mankind</a:t>
            </a:r>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Title 2"/>
          <p:cNvSpPr>
            <a:spLocks noGrp="1"/>
          </p:cNvSpPr>
          <p:nvPr>
            <p:ph type="title"/>
          </p:nvPr>
        </p:nvSpPr>
        <p:spPr>
          <a:xfrm>
            <a:off x="233461" y="-4"/>
            <a:ext cx="12479512" cy="2648904"/>
          </a:xfrm>
          <a:prstGeom prst="rect">
            <a:avLst/>
          </a:prstGeom>
        </p:spPr>
        <p:txBody>
          <a:bodyPr/>
          <a:lstStyle>
            <a:lvl1pPr>
              <a:defRPr sz="6600">
                <a:solidFill>
                  <a:srgbClr val="0070C0"/>
                </a:solidFill>
              </a:defRPr>
            </a:lvl1pPr>
          </a:lstStyle>
          <a:p>
            <a:r>
              <a:t>Technology: A Boon for Mankind</a:t>
            </a:r>
          </a:p>
        </p:txBody>
      </p:sp>
      <p:sp>
        <p:nvSpPr>
          <p:cNvPr id="161" name="Text Placeholder 3"/>
          <p:cNvSpPr>
            <a:spLocks noGrp="1"/>
          </p:cNvSpPr>
          <p:nvPr>
            <p:ph type="body" idx="1"/>
          </p:nvPr>
        </p:nvSpPr>
        <p:spPr>
          <a:xfrm>
            <a:off x="758351" y="1855821"/>
            <a:ext cx="11429732" cy="7644859"/>
          </a:xfrm>
          <a:prstGeom prst="rect">
            <a:avLst/>
          </a:prstGeom>
        </p:spPr>
        <p:txBody>
          <a:bodyPr/>
          <a:lstStyle/>
          <a:p>
            <a:pPr>
              <a:buClr>
                <a:srgbClr val="0070C0"/>
              </a:buClr>
              <a:buFont typeface="Helvetica Light"/>
              <a:buChar char="❑"/>
            </a:pPr>
            <a:r>
              <a:t>What if there is no TECHNOLOGY?</a:t>
            </a:r>
          </a:p>
          <a:p>
            <a:pPr>
              <a:buClr>
                <a:srgbClr val="0070C0"/>
              </a:buClr>
              <a:buFont typeface="Helvetica Light"/>
              <a:buChar char="❑"/>
            </a:pPr>
            <a:r>
              <a:t>Technology easies work of human. Improves the quality of lives of human beings and helps ease the burden of human at work or at home</a:t>
            </a:r>
          </a:p>
          <a:p>
            <a:pPr>
              <a:buClr>
                <a:srgbClr val="0070C0"/>
              </a:buClr>
              <a:buFont typeface="Helvetica Light"/>
              <a:buChar char="❑"/>
            </a:pPr>
            <a:r>
              <a:t>Today, without technology life would be very hard </a:t>
            </a:r>
          </a:p>
          <a:p>
            <a:pPr>
              <a:buClr>
                <a:srgbClr val="0070C0"/>
              </a:buClr>
              <a:buFont typeface="Helvetica Light"/>
              <a:buChar char="❑"/>
            </a:pPr>
            <a:r>
              <a:t>Advanced technology also extends the lifespan by better medical care. It shortens the distance between people around the world the better communication devices</a:t>
            </a:r>
          </a:p>
        </p:txBody>
      </p:sp>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 name="Title 1"/>
          <p:cNvSpPr>
            <a:spLocks noGrp="1"/>
          </p:cNvSpPr>
          <p:nvPr>
            <p:ph type="title"/>
          </p:nvPr>
        </p:nvSpPr>
        <p:spPr>
          <a:xfrm>
            <a:off x="-394511" y="0"/>
            <a:ext cx="13793822" cy="2159000"/>
          </a:xfrm>
          <a:prstGeom prst="rect">
            <a:avLst/>
          </a:prstGeom>
        </p:spPr>
        <p:txBody>
          <a:bodyPr/>
          <a:lstStyle>
            <a:lvl1pPr>
              <a:defRPr sz="6600">
                <a:solidFill>
                  <a:srgbClr val="0070C0"/>
                </a:solidFill>
              </a:defRPr>
            </a:lvl1pPr>
          </a:lstStyle>
          <a:p>
            <a:r>
              <a:t>Technology: A Curse for Mankind</a:t>
            </a:r>
          </a:p>
        </p:txBody>
      </p:sp>
      <p:sp>
        <p:nvSpPr>
          <p:cNvPr id="164" name="Text Placeholder 2"/>
          <p:cNvSpPr>
            <a:spLocks noGrp="1"/>
          </p:cNvSpPr>
          <p:nvPr>
            <p:ph type="body" idx="1"/>
          </p:nvPr>
        </p:nvSpPr>
        <p:spPr>
          <a:prstGeom prst="rect">
            <a:avLst/>
          </a:prstGeom>
        </p:spPr>
        <p:txBody>
          <a:bodyPr/>
          <a:lstStyle/>
          <a:p>
            <a:pPr>
              <a:buClr>
                <a:srgbClr val="0070C0"/>
              </a:buClr>
              <a:buFont typeface="Helvetica Light"/>
              <a:buChar char="❑"/>
            </a:pPr>
            <a:r>
              <a:t>Pollution</a:t>
            </a:r>
          </a:p>
          <a:p>
            <a:pPr>
              <a:buClr>
                <a:srgbClr val="0070C0"/>
              </a:buClr>
              <a:buFont typeface="Helvetica Light"/>
              <a:buChar char="❑"/>
            </a:pPr>
            <a:r>
              <a:t>The problem of obesity</a:t>
            </a:r>
          </a:p>
          <a:p>
            <a:pPr>
              <a:buClr>
                <a:srgbClr val="0070C0"/>
              </a:buClr>
              <a:buFont typeface="Helvetica Light"/>
              <a:buChar char="❑"/>
            </a:pPr>
            <a:r>
              <a:t>Disasters</a:t>
            </a:r>
          </a:p>
          <a:p>
            <a:pPr>
              <a:buClr>
                <a:srgbClr val="0070C0"/>
              </a:buClr>
              <a:buFont typeface="Helvetica Light"/>
              <a:buChar char="❑"/>
            </a:pPr>
            <a:r>
              <a:t>Many claim that advanced technology shortens the distance between people</a:t>
            </a:r>
          </a:p>
        </p:txBody>
      </p:sp>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 name="Title 7"/>
          <p:cNvSpPr>
            <a:spLocks noGrp="1"/>
          </p:cNvSpPr>
          <p:nvPr>
            <p:ph type="title"/>
          </p:nvPr>
        </p:nvSpPr>
        <p:spPr>
          <a:xfrm>
            <a:off x="1270000" y="1867710"/>
            <a:ext cx="10464800" cy="5875509"/>
          </a:xfrm>
          <a:prstGeom prst="rect">
            <a:avLst/>
          </a:prstGeom>
        </p:spPr>
        <p:txBody>
          <a:bodyPr/>
          <a:lstStyle>
            <a:lvl1pPr>
              <a:defRPr sz="9600">
                <a:solidFill>
                  <a:schemeClr val="accent2"/>
                </a:solidFill>
              </a:defRPr>
            </a:lvl1pPr>
          </a:lstStyle>
          <a:p>
            <a:r>
              <a:t>CONCLUSION</a:t>
            </a:r>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 name="Title 3"/>
          <p:cNvSpPr>
            <a:spLocks noGrp="1"/>
          </p:cNvSpPr>
          <p:nvPr>
            <p:ph type="title"/>
          </p:nvPr>
        </p:nvSpPr>
        <p:spPr>
          <a:xfrm>
            <a:off x="1270000" y="1498060"/>
            <a:ext cx="10464800" cy="6750995"/>
          </a:xfrm>
          <a:prstGeom prst="rect">
            <a:avLst/>
          </a:prstGeom>
        </p:spPr>
        <p:txBody>
          <a:bodyPr/>
          <a:lstStyle/>
          <a:p>
            <a:pPr>
              <a:defRPr sz="4800" i="1">
                <a:latin typeface="Bodoni MT"/>
                <a:ea typeface="Bodoni MT"/>
                <a:cs typeface="Bodoni MT"/>
                <a:sym typeface="Bodoni MT"/>
              </a:defRPr>
            </a:pPr>
            <a:r>
              <a:t>“Society makes choices between many alternatives. Each person makes a decision that influence the choice a society makes . So the way we choose to </a:t>
            </a:r>
            <a:r>
              <a:rPr u="sng">
                <a:solidFill>
                  <a:srgbClr val="0000FF"/>
                </a:solidFill>
                <a:uFill>
                  <a:solidFill>
                    <a:srgbClr val="0000FF"/>
                  </a:solidFill>
                </a:uFill>
                <a:hlinkClick r:id="rId2"/>
              </a:rPr>
              <a:t>use technology</a:t>
            </a:r>
            <a:r>
              <a:t> will determine if it will benefit us positively or harm us in the long run”</a:t>
            </a:r>
          </a:p>
        </p:txBody>
      </p:sp>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Text Placeholder 2"/>
          <p:cNvSpPr>
            <a:spLocks noGrp="1"/>
          </p:cNvSpPr>
          <p:nvPr>
            <p:ph type="body" idx="1"/>
          </p:nvPr>
        </p:nvSpPr>
        <p:spPr>
          <a:xfrm>
            <a:off x="952500" y="505836"/>
            <a:ext cx="11099800" cy="8463068"/>
          </a:xfrm>
          <a:prstGeom prst="rect">
            <a:avLst/>
          </a:prstGeom>
        </p:spPr>
        <p:txBody>
          <a:bodyPr/>
          <a:lstStyle/>
          <a:p>
            <a:pPr>
              <a:buFont typeface="Helvetica Light"/>
              <a:buChar char="❑"/>
              <a:defRPr u="sng">
                <a:solidFill>
                  <a:srgbClr val="0000FF"/>
                </a:solidFill>
                <a:uFill>
                  <a:solidFill>
                    <a:srgbClr val="0000FF"/>
                  </a:solidFill>
                </a:uFill>
              </a:defRPr>
            </a:pPr>
            <a:r>
              <a:rPr>
                <a:hlinkClick r:id="rId2"/>
              </a:rPr>
              <a:t>The use of technology </a:t>
            </a:r>
            <a:r>
              <a:rPr u="none">
                <a:solidFill>
                  <a:srgbClr val="000000"/>
                </a:solidFill>
                <a:uFillTx/>
              </a:rPr>
              <a:t>is unmeasurable, technology has played a big role in many other fields like health care , Job Creation and Data management , etc.</a:t>
            </a:r>
          </a:p>
          <a:p>
            <a:pPr>
              <a:buFont typeface="Helvetica Light"/>
              <a:buChar char="❑"/>
            </a:pPr>
            <a:r>
              <a:t>Technology will keep on changing based on the demands of people and the market. So its our role to keep ourselves up-to-date with trending technology</a:t>
            </a:r>
          </a:p>
          <a:p>
            <a:pPr>
              <a:buFont typeface="Helvetica Light"/>
              <a:buChar char="❑"/>
            </a:pPr>
            <a:r>
              <a:t>How we use technology determines if it’s good or bad, helpful or harmful. Technology , itself, is neutral. But it is us who make it good or bad basing on how we use it .</a:t>
            </a:r>
          </a:p>
        </p:txBody>
      </p:sp>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 name="Rectangle 2"/>
          <p:cNvSpPr/>
          <p:nvPr/>
        </p:nvSpPr>
        <p:spPr>
          <a:xfrm>
            <a:off x="2324538" y="536619"/>
            <a:ext cx="8775088" cy="7393937"/>
          </a:xfrm>
          <a:prstGeom prst="rect">
            <a:avLst/>
          </a:prstGeom>
          <a:ln w="12700">
            <a:miter lim="400000"/>
          </a:ln>
          <a:extLst>
            <a:ext uri="{C572A759-6A51-4108-AA02-DFA0A04FC94B}">
              <ma14:wrappingTextBoxFlag xmlns:ma14="http://schemas.microsoft.com/office/mac/drawingml/2011/main" xmlns="" val="1"/>
            </a:ext>
          </a:extLst>
        </p:spPr>
        <p:txBody>
          <a:bodyPr wrap="none" lIns="45718" tIns="45718" rIns="45718" bIns="45718">
            <a:spAutoFit/>
          </a:bodyPr>
          <a:lstStyle/>
          <a:p>
            <a:pPr>
              <a:defRPr sz="9600">
                <a:solidFill>
                  <a:schemeClr val="accent1"/>
                </a:solidFill>
                <a:effectLst>
                  <a:outerShdw blurRad="38100" dist="38100" dir="2700000" rotWithShape="0">
                    <a:srgbClr val="000000">
                      <a:alpha val="43137"/>
                    </a:srgbClr>
                  </a:outerShdw>
                </a:effectLst>
                <a:latin typeface="Helvetica Light"/>
                <a:ea typeface="Helvetica Light"/>
                <a:cs typeface="Helvetica Light"/>
                <a:sym typeface="Helvetica Light"/>
              </a:defRPr>
            </a:pPr>
            <a:r>
              <a:t>TECHNOLOGY</a:t>
            </a:r>
          </a:p>
          <a:p>
            <a:pPr>
              <a:defRPr sz="9600">
                <a:solidFill>
                  <a:schemeClr val="accent1"/>
                </a:solidFill>
                <a:effectLst>
                  <a:outerShdw blurRad="38100" dist="38100" dir="2700000" rotWithShape="0">
                    <a:srgbClr val="000000">
                      <a:alpha val="43137"/>
                    </a:srgbClr>
                  </a:outerShdw>
                </a:effectLst>
                <a:latin typeface="Helvetica Light"/>
                <a:ea typeface="Helvetica Light"/>
                <a:cs typeface="Helvetica Light"/>
                <a:sym typeface="Helvetica Light"/>
              </a:defRPr>
            </a:pPr>
            <a:r>
              <a:t>Is a Useful</a:t>
            </a:r>
          </a:p>
          <a:p>
            <a:pPr>
              <a:defRPr sz="9600">
                <a:solidFill>
                  <a:schemeClr val="accent1"/>
                </a:solidFill>
                <a:effectLst>
                  <a:outerShdw blurRad="38100" dist="38100" dir="2700000" rotWithShape="0">
                    <a:srgbClr val="000000">
                      <a:alpha val="43137"/>
                    </a:srgbClr>
                  </a:outerShdw>
                </a:effectLst>
                <a:latin typeface="Helvetica Light"/>
                <a:ea typeface="Helvetica Light"/>
                <a:cs typeface="Helvetica Light"/>
                <a:sym typeface="Helvetica Light"/>
              </a:defRPr>
            </a:pPr>
            <a:r>
              <a:t>SERVANT But </a:t>
            </a:r>
          </a:p>
          <a:p>
            <a:pPr>
              <a:defRPr sz="9600">
                <a:solidFill>
                  <a:schemeClr val="accent1"/>
                </a:solidFill>
                <a:effectLst>
                  <a:outerShdw blurRad="38100" dist="38100" dir="2700000" rotWithShape="0">
                    <a:srgbClr val="000000">
                      <a:alpha val="43137"/>
                    </a:srgbClr>
                  </a:outerShdw>
                </a:effectLst>
                <a:latin typeface="Helvetica Light"/>
                <a:ea typeface="Helvetica Light"/>
                <a:cs typeface="Helvetica Light"/>
                <a:sym typeface="Helvetica Light"/>
              </a:defRPr>
            </a:pPr>
            <a:r>
              <a:t>A Dangerous</a:t>
            </a:r>
          </a:p>
          <a:p>
            <a:pPr>
              <a:defRPr sz="9600">
                <a:solidFill>
                  <a:schemeClr val="accent1"/>
                </a:solidFill>
                <a:effectLst>
                  <a:outerShdw blurRad="38100" dist="38100" dir="2700000" rotWithShape="0">
                    <a:srgbClr val="000000">
                      <a:alpha val="43137"/>
                    </a:srgbClr>
                  </a:outerShdw>
                </a:effectLst>
                <a:latin typeface="Helvetica Light"/>
                <a:ea typeface="Helvetica Light"/>
                <a:cs typeface="Helvetica Light"/>
                <a:sym typeface="Helvetica Light"/>
              </a:defRPr>
            </a:pPr>
            <a:r>
              <a:t>MASTER.</a:t>
            </a:r>
          </a:p>
        </p:txBody>
      </p:sp>
      <p:sp>
        <p:nvSpPr>
          <p:cNvPr id="173" name="TextBox 3"/>
          <p:cNvSpPr/>
          <p:nvPr/>
        </p:nvSpPr>
        <p:spPr>
          <a:xfrm>
            <a:off x="6712084" y="8019063"/>
            <a:ext cx="5953333" cy="711201"/>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lvl1pPr>
              <a:defRPr sz="4000">
                <a:latin typeface="Helvetica Light"/>
                <a:ea typeface="Helvetica Light"/>
                <a:cs typeface="Helvetica Light"/>
                <a:sym typeface="Helvetica Light"/>
              </a:defRPr>
            </a:lvl1pPr>
          </a:lstStyle>
          <a:p>
            <a:r>
              <a:t>-Christian Lous Lange</a:t>
            </a:r>
          </a:p>
        </p:txBody>
      </p:sp>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 name="Rectangle 2"/>
          <p:cNvSpPr/>
          <p:nvPr/>
        </p:nvSpPr>
        <p:spPr>
          <a:xfrm>
            <a:off x="2786493" y="3831473"/>
            <a:ext cx="7081618" cy="1551937"/>
          </a:xfrm>
          <a:prstGeom prst="rect">
            <a:avLst/>
          </a:prstGeom>
          <a:ln w="12700">
            <a:miter lim="400000"/>
          </a:ln>
          <a:extLst>
            <a:ext uri="{C572A759-6A51-4108-AA02-DFA0A04FC94B}">
              <ma14:wrappingTextBoxFlag xmlns:ma14="http://schemas.microsoft.com/office/mac/drawingml/2011/main" xmlns="" val="1"/>
            </a:ext>
          </a:extLst>
        </p:spPr>
        <p:txBody>
          <a:bodyPr wrap="none" lIns="45718" tIns="45718" rIns="45718" bIns="45718">
            <a:spAutoFit/>
          </a:bodyPr>
          <a:lstStyle>
            <a:lvl1pPr>
              <a:defRPr sz="9600">
                <a:solidFill>
                  <a:schemeClr val="accent1"/>
                </a:solidFill>
                <a:effectLst>
                  <a:outerShdw blurRad="38100" dist="25400" dir="5400000" rotWithShape="0">
                    <a:srgbClr val="6E747A">
                      <a:alpha val="43000"/>
                    </a:srgbClr>
                  </a:outerShdw>
                </a:effectLst>
                <a:latin typeface="Helvetica Light"/>
                <a:ea typeface="Helvetica Light"/>
                <a:cs typeface="Helvetica Light"/>
                <a:sym typeface="Helvetica Light"/>
              </a:defRPr>
            </a:lvl1pPr>
          </a:lstStyle>
          <a:p>
            <a:r>
              <a:t>THANK YOU</a:t>
            </a:r>
          </a:p>
        </p:txBody>
      </p:sp>
    </p:spTree>
  </p:cSld>
  <p:clrMapOvr>
    <a:masterClrMapping/>
  </p:clrMapOvr>
  <p:transition spd="med"/>
</p:sld>
</file>

<file path=ppt/theme/theme1.xml><?xml version="1.0" encoding="utf-8"?>
<a:theme xmlns:a="http://schemas.openxmlformats.org/drawingml/2006/main" name="White">
  <a:themeElements>
    <a:clrScheme name="White">
      <a:dk1>
        <a:srgbClr val="000000"/>
      </a:dk1>
      <a:lt1>
        <a:srgbClr val="FFFFFF"/>
      </a:lt1>
      <a:dk2>
        <a:srgbClr val="A7A7A7"/>
      </a:dk2>
      <a:lt2>
        <a:srgbClr val="535353"/>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Neue"/>
        <a:ea typeface="Helvetica Neue"/>
        <a:cs typeface="Helvetica Neue"/>
      </a:majorFont>
      <a:minorFont>
        <a:latin typeface="Helvetica"/>
        <a:ea typeface="Helvetica"/>
        <a:cs typeface="Helvetica"/>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38100" dist="25400" dir="54000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5400" dir="5400000" rotWithShape="0">
            <a:srgbClr val="000000">
              <a:alpha val="5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5400" dir="5400000" rotWithShape="0">
            <a:srgbClr val="000000">
              <a:alpha val="50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A7A7A7"/>
      </a:dk2>
      <a:lt2>
        <a:srgbClr val="535353"/>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Neue"/>
        <a:ea typeface="Helvetica Neue"/>
        <a:cs typeface="Helvetica Neue"/>
      </a:majorFont>
      <a:minorFont>
        <a:latin typeface="Helvetica"/>
        <a:ea typeface="Helvetica"/>
        <a:cs typeface="Helvetica"/>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38100" dist="25400" dir="54000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5400" dir="5400000" rotWithShape="0">
            <a:srgbClr val="000000">
              <a:alpha val="5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5400" dir="5400000" rotWithShape="0">
            <a:srgbClr val="000000">
              <a:alpha val="50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0</TotalTime>
  <Words>1009</Words>
  <Application>Microsoft Macintosh PowerPoint</Application>
  <PresentationFormat>Custom</PresentationFormat>
  <Paragraphs>93</Paragraphs>
  <Slides>25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Helvetica Light</vt:lpstr>
      <vt:lpstr>Helvetica Neue</vt:lpstr>
      <vt:lpstr>Trebuchet MS</vt:lpstr>
      <vt:lpstr>White</vt:lpstr>
      <vt:lpstr>TECHNOLOGY AND SOCIETY : IMPACTS OF TECHNOLOGY ON SOCIETY</vt:lpstr>
      <vt:lpstr>CONTENTS</vt:lpstr>
      <vt:lpstr>WHAT IS TECHNOLOGY?</vt:lpstr>
      <vt:lpstr>Technological Revolution</vt:lpstr>
      <vt:lpstr>PowerPoint Presentation</vt:lpstr>
      <vt:lpstr>TECHNOLOGY AND MODIFICATION</vt:lpstr>
      <vt:lpstr>PowerPoint Presentation</vt:lpstr>
      <vt:lpstr>Impacts On Society</vt:lpstr>
      <vt:lpstr>Positive Impacts</vt:lpstr>
      <vt:lpstr>Communication</vt:lpstr>
      <vt:lpstr>Agriculture</vt:lpstr>
      <vt:lpstr>Education System</vt:lpstr>
      <vt:lpstr>Transport System</vt:lpstr>
      <vt:lpstr>Negative Impacts</vt:lpstr>
      <vt:lpstr> Isolation</vt:lpstr>
      <vt:lpstr>Developmental Issues in Children</vt:lpstr>
      <vt:lpstr>Neurosis</vt:lpstr>
      <vt:lpstr>Effects On Mankind</vt:lpstr>
      <vt:lpstr>Technology: A Boon for Mankind</vt:lpstr>
      <vt:lpstr>Technology: A Curse for Mankind</vt:lpstr>
      <vt:lpstr>CONCLUSION</vt:lpstr>
      <vt:lpstr>“Society makes choices between many alternatives. Each person makes a decision that influence the choice a society makes . So the way we choose to use technology will determine if it will benefit us positively or harm us in the long run”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Hunt, Kaden</cp:lastModifiedBy>
  <cp:revision>1</cp:revision>
  <dcterms:modified xsi:type="dcterms:W3CDTF">2024-12-02T15:05:02Z</dcterms:modified>
</cp:coreProperties>
</file>